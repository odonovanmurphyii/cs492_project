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65" r:id="rId7"/>
    <p:sldId id="270" r:id="rId8"/>
    <p:sldId id="271" r:id="rId9"/>
    <p:sldId id="275" r:id="rId10"/>
    <p:sldId id="272" r:id="rId11"/>
    <p:sldId id="273" r:id="rId12"/>
    <p:sldId id="274" r:id="rId13"/>
    <p:sldId id="264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1BCD957-ACFB-4B60-9816-87710D002EB4}" v="2" dt="2026-04-30T23:34:31.93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O'Donovan Murphy II" userId="9aba7750f0050ce0" providerId="LiveId" clId="{58B0EFE8-61E5-4433-BE63-CD640EBE0A09}"/>
    <pc:docChg chg="undo custSel addSld modSld sldOrd">
      <pc:chgData name="O'Donovan Murphy II" userId="9aba7750f0050ce0" providerId="LiveId" clId="{58B0EFE8-61E5-4433-BE63-CD640EBE0A09}" dt="2026-05-02T01:31:07.250" v="973" actId="1076"/>
      <pc:docMkLst>
        <pc:docMk/>
      </pc:docMkLst>
      <pc:sldChg chg="modSp mod">
        <pc:chgData name="O'Donovan Murphy II" userId="9aba7750f0050ce0" providerId="LiveId" clId="{58B0EFE8-61E5-4433-BE63-CD640EBE0A09}" dt="2026-04-30T23:09:49.255" v="105" actId="27636"/>
        <pc:sldMkLst>
          <pc:docMk/>
          <pc:sldMk cId="1137341402" sldId="256"/>
        </pc:sldMkLst>
        <pc:spChg chg="mod">
          <ac:chgData name="O'Donovan Murphy II" userId="9aba7750f0050ce0" providerId="LiveId" clId="{58B0EFE8-61E5-4433-BE63-CD640EBE0A09}" dt="2026-04-30T23:07:55.399" v="20" actId="20577"/>
          <ac:spMkLst>
            <pc:docMk/>
            <pc:sldMk cId="1137341402" sldId="256"/>
            <ac:spMk id="2" creationId="{5BEC811B-8571-4CE9-9265-3D76AF967A3B}"/>
          </ac:spMkLst>
        </pc:spChg>
        <pc:spChg chg="mod">
          <ac:chgData name="O'Donovan Murphy II" userId="9aba7750f0050ce0" providerId="LiveId" clId="{58B0EFE8-61E5-4433-BE63-CD640EBE0A09}" dt="2026-04-30T23:09:49.255" v="105" actId="27636"/>
          <ac:spMkLst>
            <pc:docMk/>
            <pc:sldMk cId="1137341402" sldId="256"/>
            <ac:spMk id="3" creationId="{C2857EF1-AC80-4531-84C8-4AA112A7C7BB}"/>
          </ac:spMkLst>
        </pc:spChg>
      </pc:sldChg>
      <pc:sldChg chg="modSp mod">
        <pc:chgData name="O'Donovan Murphy II" userId="9aba7750f0050ce0" providerId="LiveId" clId="{58B0EFE8-61E5-4433-BE63-CD640EBE0A09}" dt="2026-04-30T23:25:47.554" v="251" actId="5793"/>
        <pc:sldMkLst>
          <pc:docMk/>
          <pc:sldMk cId="3477122225" sldId="257"/>
        </pc:sldMkLst>
        <pc:spChg chg="mod">
          <ac:chgData name="O'Donovan Murphy II" userId="9aba7750f0050ce0" providerId="LiveId" clId="{58B0EFE8-61E5-4433-BE63-CD640EBE0A09}" dt="2026-04-30T23:24:37.156" v="212" actId="20577"/>
          <ac:spMkLst>
            <pc:docMk/>
            <pc:sldMk cId="3477122225" sldId="257"/>
            <ac:spMk id="2" creationId="{C251177A-722C-481E-8C8D-4B21A0751AD6}"/>
          </ac:spMkLst>
        </pc:spChg>
        <pc:spChg chg="mod">
          <ac:chgData name="O'Donovan Murphy II" userId="9aba7750f0050ce0" providerId="LiveId" clId="{58B0EFE8-61E5-4433-BE63-CD640EBE0A09}" dt="2026-04-30T23:25:47.554" v="251" actId="5793"/>
          <ac:spMkLst>
            <pc:docMk/>
            <pc:sldMk cId="3477122225" sldId="257"/>
            <ac:spMk id="3" creationId="{1B12B0D4-46E5-41CB-8557-E268612A0106}"/>
          </ac:spMkLst>
        </pc:spChg>
      </pc:sldChg>
      <pc:sldChg chg="modSp mod ord">
        <pc:chgData name="O'Donovan Murphy II" userId="9aba7750f0050ce0" providerId="LiveId" clId="{58B0EFE8-61E5-4433-BE63-CD640EBE0A09}" dt="2026-04-30T23:28:14.233" v="604" actId="20577"/>
        <pc:sldMkLst>
          <pc:docMk/>
          <pc:sldMk cId="3851638916" sldId="265"/>
        </pc:sldMkLst>
        <pc:spChg chg="mod">
          <ac:chgData name="O'Donovan Murphy II" userId="9aba7750f0050ce0" providerId="LiveId" clId="{58B0EFE8-61E5-4433-BE63-CD640EBE0A09}" dt="2026-04-30T23:28:14.233" v="604" actId="20577"/>
          <ac:spMkLst>
            <pc:docMk/>
            <pc:sldMk cId="3851638916" sldId="265"/>
            <ac:spMk id="3" creationId="{5BA49E35-E000-4A86-B352-8B4544D43592}"/>
          </ac:spMkLst>
        </pc:spChg>
      </pc:sldChg>
      <pc:sldChg chg="delSp modSp mod">
        <pc:chgData name="O'Donovan Murphy II" userId="9aba7750f0050ce0" providerId="LiveId" clId="{58B0EFE8-61E5-4433-BE63-CD640EBE0A09}" dt="2026-04-30T23:33:52.902" v="834" actId="20577"/>
        <pc:sldMkLst>
          <pc:docMk/>
          <pc:sldMk cId="478154369" sldId="270"/>
        </pc:sldMkLst>
        <pc:spChg chg="mod">
          <ac:chgData name="O'Donovan Murphy II" userId="9aba7750f0050ce0" providerId="LiveId" clId="{58B0EFE8-61E5-4433-BE63-CD640EBE0A09}" dt="2026-04-30T23:33:52.902" v="834" actId="20577"/>
          <ac:spMkLst>
            <pc:docMk/>
            <pc:sldMk cId="478154369" sldId="270"/>
            <ac:spMk id="3" creationId="{C90D0AC2-81B7-4B98-A6FF-97CD47666451}"/>
          </ac:spMkLst>
        </pc:spChg>
      </pc:sldChg>
      <pc:sldChg chg="addSp delSp modSp mod">
        <pc:chgData name="O'Donovan Murphy II" userId="9aba7750f0050ce0" providerId="LiveId" clId="{58B0EFE8-61E5-4433-BE63-CD640EBE0A09}" dt="2026-05-02T00:58:35.928" v="947" actId="1076"/>
        <pc:sldMkLst>
          <pc:docMk/>
          <pc:sldMk cId="3111760962" sldId="271"/>
        </pc:sldMkLst>
        <pc:spChg chg="mod">
          <ac:chgData name="O'Donovan Murphy II" userId="9aba7750f0050ce0" providerId="LiveId" clId="{58B0EFE8-61E5-4433-BE63-CD640EBE0A09}" dt="2026-05-02T00:57:38.617" v="940" actId="20577"/>
          <ac:spMkLst>
            <pc:docMk/>
            <pc:sldMk cId="3111760962" sldId="271"/>
            <ac:spMk id="2" creationId="{40F62B8A-EBE9-4AC6-AA22-80E16FBF18D0}"/>
          </ac:spMkLst>
        </pc:spChg>
        <pc:spChg chg="del mod">
          <ac:chgData name="O'Donovan Murphy II" userId="9aba7750f0050ce0" providerId="LiveId" clId="{58B0EFE8-61E5-4433-BE63-CD640EBE0A09}" dt="2026-05-02T00:58:15.775" v="941" actId="931"/>
          <ac:spMkLst>
            <pc:docMk/>
            <pc:sldMk cId="3111760962" sldId="271"/>
            <ac:spMk id="3" creationId="{3B816813-9340-4DB1-B639-6B0443DD046D}"/>
          </ac:spMkLst>
        </pc:spChg>
        <pc:picChg chg="add mod ord">
          <ac:chgData name="O'Donovan Murphy II" userId="9aba7750f0050ce0" providerId="LiveId" clId="{58B0EFE8-61E5-4433-BE63-CD640EBE0A09}" dt="2026-05-02T00:58:35.928" v="947" actId="1076"/>
          <ac:picMkLst>
            <pc:docMk/>
            <pc:sldMk cId="3111760962" sldId="271"/>
            <ac:picMk id="5" creationId="{1851F2A0-8EC7-055D-BDBE-8602C62102E3}"/>
          </ac:picMkLst>
        </pc:picChg>
      </pc:sldChg>
      <pc:sldChg chg="addSp delSp modSp add mod">
        <pc:chgData name="O'Donovan Murphy II" userId="9aba7750f0050ce0" providerId="LiveId" clId="{58B0EFE8-61E5-4433-BE63-CD640EBE0A09}" dt="2026-05-02T01:31:07.250" v="973" actId="1076"/>
        <pc:sldMkLst>
          <pc:docMk/>
          <pc:sldMk cId="2699978075" sldId="275"/>
        </pc:sldMkLst>
        <pc:spChg chg="mod">
          <ac:chgData name="O'Donovan Murphy II" userId="9aba7750f0050ce0" providerId="LiveId" clId="{58B0EFE8-61E5-4433-BE63-CD640EBE0A09}" dt="2026-05-02T01:08:29.375" v="963" actId="20577"/>
          <ac:spMkLst>
            <pc:docMk/>
            <pc:sldMk cId="2699978075" sldId="275"/>
            <ac:spMk id="2" creationId="{82862712-0201-22A8-4998-F65F0F91BB2A}"/>
          </ac:spMkLst>
        </pc:spChg>
        <pc:spChg chg="add del mod">
          <ac:chgData name="O'Donovan Murphy II" userId="9aba7750f0050ce0" providerId="LiveId" clId="{58B0EFE8-61E5-4433-BE63-CD640EBE0A09}" dt="2026-05-02T01:30:37.807" v="964" actId="931"/>
          <ac:spMkLst>
            <pc:docMk/>
            <pc:sldMk cId="2699978075" sldId="275"/>
            <ac:spMk id="4" creationId="{FDBDF90F-2703-179C-724F-5FF102F032A2}"/>
          </ac:spMkLst>
        </pc:spChg>
        <pc:picChg chg="del">
          <ac:chgData name="O'Donovan Murphy II" userId="9aba7750f0050ce0" providerId="LiveId" clId="{58B0EFE8-61E5-4433-BE63-CD640EBE0A09}" dt="2026-05-02T01:08:24.453" v="949" actId="478"/>
          <ac:picMkLst>
            <pc:docMk/>
            <pc:sldMk cId="2699978075" sldId="275"/>
            <ac:picMk id="5" creationId="{DD9013E2-F249-01DE-67FB-7D4FED22B8A2}"/>
          </ac:picMkLst>
        </pc:picChg>
        <pc:picChg chg="add mod ord">
          <ac:chgData name="O'Donovan Murphy II" userId="9aba7750f0050ce0" providerId="LiveId" clId="{58B0EFE8-61E5-4433-BE63-CD640EBE0A09}" dt="2026-05-02T01:31:07.250" v="973" actId="1076"/>
          <ac:picMkLst>
            <pc:docMk/>
            <pc:sldMk cId="2699978075" sldId="275"/>
            <ac:picMk id="7" creationId="{A9FBA578-2AFD-8E1D-1ACD-570517BA7DF0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svg"/><Relationship Id="rId1" Type="http://schemas.openxmlformats.org/officeDocument/2006/relationships/image" Target="../media/image6.svg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4A242C-8522-4754-BF82-9526B5394010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197C323A-21B8-488C-8B18-723774CB1D3B}">
      <dgm:prSet/>
      <dgm:spPr/>
      <dgm:t>
        <a:bodyPr/>
        <a:lstStyle/>
        <a:p>
          <a:r>
            <a:rPr lang="en-US" b="1"/>
            <a:t>Feel free to add any other slides you think may help to describe your project in a clearer way.</a:t>
          </a:r>
          <a:endParaRPr lang="en-US"/>
        </a:p>
      </dgm:t>
    </dgm:pt>
    <dgm:pt modelId="{60DA3F88-EDCC-4CBB-BED5-7DAACA252561}" type="parTrans" cxnId="{59690B1C-F3E9-4BFD-A58D-53B292AFE215}">
      <dgm:prSet/>
      <dgm:spPr/>
      <dgm:t>
        <a:bodyPr/>
        <a:lstStyle/>
        <a:p>
          <a:endParaRPr lang="en-US"/>
        </a:p>
      </dgm:t>
    </dgm:pt>
    <dgm:pt modelId="{77344D00-F85D-443F-AF0F-CDE4D63CAA04}" type="sibTrans" cxnId="{59690B1C-F3E9-4BFD-A58D-53B292AFE215}">
      <dgm:prSet/>
      <dgm:spPr/>
      <dgm:t>
        <a:bodyPr/>
        <a:lstStyle/>
        <a:p>
          <a:endParaRPr lang="en-US"/>
        </a:p>
      </dgm:t>
    </dgm:pt>
    <dgm:pt modelId="{54EA060D-3D1F-4444-A703-24A788146B1C}">
      <dgm:prSet/>
      <dgm:spPr/>
      <dgm:t>
        <a:bodyPr/>
        <a:lstStyle/>
        <a:p>
          <a:r>
            <a:rPr lang="en-US"/>
            <a:t>Each team has maximum 15 minutes for presentation</a:t>
          </a:r>
        </a:p>
      </dgm:t>
    </dgm:pt>
    <dgm:pt modelId="{1F233F1E-3075-4DB0-96E2-9A3CD898B8E2}" type="parTrans" cxnId="{C4207D5C-2052-46DD-B49A-D28C21F60D94}">
      <dgm:prSet/>
      <dgm:spPr/>
      <dgm:t>
        <a:bodyPr/>
        <a:lstStyle/>
        <a:p>
          <a:endParaRPr lang="en-US"/>
        </a:p>
      </dgm:t>
    </dgm:pt>
    <dgm:pt modelId="{37F5FF39-0A58-47B6-9C60-02E4192688C6}" type="sibTrans" cxnId="{C4207D5C-2052-46DD-B49A-D28C21F60D94}">
      <dgm:prSet/>
      <dgm:spPr/>
      <dgm:t>
        <a:bodyPr/>
        <a:lstStyle/>
        <a:p>
          <a:endParaRPr lang="en-US"/>
        </a:p>
      </dgm:t>
    </dgm:pt>
    <dgm:pt modelId="{157AE6B7-C55F-4DCF-A284-BC4D31FAFAC7}">
      <dgm:prSet/>
      <dgm:spPr/>
      <dgm:t>
        <a:bodyPr/>
        <a:lstStyle/>
        <a:p>
          <a:r>
            <a:rPr lang="en-US" dirty="0"/>
            <a:t>Planning to present on May 1st</a:t>
          </a:r>
        </a:p>
      </dgm:t>
    </dgm:pt>
    <dgm:pt modelId="{3B5AE282-3F17-48DB-B1FC-D3C0A857CBA5}" type="parTrans" cxnId="{D4C081BE-E304-4D11-AE59-61768F218611}">
      <dgm:prSet/>
      <dgm:spPr/>
      <dgm:t>
        <a:bodyPr/>
        <a:lstStyle/>
        <a:p>
          <a:endParaRPr lang="en-US"/>
        </a:p>
      </dgm:t>
    </dgm:pt>
    <dgm:pt modelId="{264F83F0-B402-4F2D-8180-AE4566462535}" type="sibTrans" cxnId="{D4C081BE-E304-4D11-AE59-61768F218611}">
      <dgm:prSet/>
      <dgm:spPr/>
      <dgm:t>
        <a:bodyPr/>
        <a:lstStyle/>
        <a:p>
          <a:endParaRPr lang="en-US"/>
        </a:p>
      </dgm:t>
    </dgm:pt>
    <dgm:pt modelId="{26F43950-45DE-466B-BCC5-86221A8811A4}">
      <dgm:prSet/>
      <dgm:spPr/>
      <dgm:t>
        <a:bodyPr/>
        <a:lstStyle/>
        <a:p>
          <a:r>
            <a:rPr lang="en-US" dirty="0"/>
            <a:t>Upload all your files on BB no later than April 30</a:t>
          </a:r>
          <a:r>
            <a:rPr lang="en-US" baseline="30000" dirty="0"/>
            <a:t>th</a:t>
          </a:r>
          <a:r>
            <a:rPr lang="en-US" dirty="0"/>
            <a:t>, EOD</a:t>
          </a:r>
        </a:p>
      </dgm:t>
    </dgm:pt>
    <dgm:pt modelId="{696E1E99-92D7-4203-A807-457C67DEC039}" type="parTrans" cxnId="{D1FBB982-EC09-44DF-8C63-4EAFD936F064}">
      <dgm:prSet/>
      <dgm:spPr/>
      <dgm:t>
        <a:bodyPr/>
        <a:lstStyle/>
        <a:p>
          <a:endParaRPr lang="en-US"/>
        </a:p>
      </dgm:t>
    </dgm:pt>
    <dgm:pt modelId="{D32D65ED-32DC-45F7-9AF7-77EA3F725F50}" type="sibTrans" cxnId="{D1FBB982-EC09-44DF-8C63-4EAFD936F064}">
      <dgm:prSet/>
      <dgm:spPr/>
      <dgm:t>
        <a:bodyPr/>
        <a:lstStyle/>
        <a:p>
          <a:endParaRPr lang="en-US"/>
        </a:p>
      </dgm:t>
    </dgm:pt>
    <dgm:pt modelId="{429BC557-5A4A-4AB1-B6E9-C22581754FD0}">
      <dgm:prSet/>
      <dgm:spPr/>
      <dgm:t>
        <a:bodyPr/>
        <a:lstStyle/>
        <a:p>
          <a:r>
            <a:rPr lang="en-US"/>
            <a:t>All team members </a:t>
          </a:r>
          <a:r>
            <a:rPr lang="en-US" u="sng"/>
            <a:t>must</a:t>
          </a:r>
          <a:r>
            <a:rPr lang="en-US"/>
            <a:t> attend the session that the team presents the work</a:t>
          </a:r>
        </a:p>
      </dgm:t>
    </dgm:pt>
    <dgm:pt modelId="{8CCD369C-CDDB-430D-B625-5D7F9502397B}" type="parTrans" cxnId="{E5216A92-FBD8-4E13-99FD-CAB725694C4E}">
      <dgm:prSet/>
      <dgm:spPr/>
      <dgm:t>
        <a:bodyPr/>
        <a:lstStyle/>
        <a:p>
          <a:endParaRPr lang="en-US"/>
        </a:p>
      </dgm:t>
    </dgm:pt>
    <dgm:pt modelId="{339DA591-315D-43DB-91EC-C2EF0725DE97}" type="sibTrans" cxnId="{E5216A92-FBD8-4E13-99FD-CAB725694C4E}">
      <dgm:prSet/>
      <dgm:spPr/>
      <dgm:t>
        <a:bodyPr/>
        <a:lstStyle/>
        <a:p>
          <a:endParaRPr lang="en-US"/>
        </a:p>
      </dgm:t>
    </dgm:pt>
    <dgm:pt modelId="{FF1A4A10-85B8-484E-BA80-1F5E017461DF}">
      <dgm:prSet/>
      <dgm:spPr/>
      <dgm:t>
        <a:bodyPr/>
        <a:lstStyle/>
        <a:p>
          <a:r>
            <a:rPr lang="en-US"/>
            <a:t>Presentation has </a:t>
          </a:r>
          <a:r>
            <a:rPr lang="en-US" u="sng"/>
            <a:t>10% </a:t>
          </a:r>
          <a:r>
            <a:rPr lang="en-US"/>
            <a:t>of your grade for the final project</a:t>
          </a:r>
        </a:p>
      </dgm:t>
    </dgm:pt>
    <dgm:pt modelId="{484ED06C-B0F4-4823-90AC-608DABF3C622}" type="parTrans" cxnId="{B2F31883-5687-420A-818B-46A90856D6FB}">
      <dgm:prSet/>
      <dgm:spPr/>
      <dgm:t>
        <a:bodyPr/>
        <a:lstStyle/>
        <a:p>
          <a:endParaRPr lang="en-US"/>
        </a:p>
      </dgm:t>
    </dgm:pt>
    <dgm:pt modelId="{0DEE8A25-4634-4048-BB73-CB44FB2F11DA}" type="sibTrans" cxnId="{B2F31883-5687-420A-818B-46A90856D6FB}">
      <dgm:prSet/>
      <dgm:spPr/>
      <dgm:t>
        <a:bodyPr/>
        <a:lstStyle/>
        <a:p>
          <a:endParaRPr lang="en-US"/>
        </a:p>
      </dgm:t>
    </dgm:pt>
    <dgm:pt modelId="{EC3D7D5E-D49F-47BC-B3D5-1135F8FCE94D}" type="pres">
      <dgm:prSet presAssocID="{ED4A242C-8522-4754-BF82-9526B5394010}" presName="root" presStyleCnt="0">
        <dgm:presLayoutVars>
          <dgm:dir/>
          <dgm:resizeHandles val="exact"/>
        </dgm:presLayoutVars>
      </dgm:prSet>
      <dgm:spPr/>
    </dgm:pt>
    <dgm:pt modelId="{94034480-3F54-4922-BD9A-857CC942595E}" type="pres">
      <dgm:prSet presAssocID="{197C323A-21B8-488C-8B18-723774CB1D3B}" presName="compNode" presStyleCnt="0"/>
      <dgm:spPr/>
    </dgm:pt>
    <dgm:pt modelId="{0F3C2705-C0A9-4F72-AE7A-5B74308A7924}" type="pres">
      <dgm:prSet presAssocID="{197C323A-21B8-488C-8B18-723774CB1D3B}" presName="bgRect" presStyleLbl="bgShp" presStyleIdx="0" presStyleCnt="6"/>
      <dgm:spPr/>
    </dgm:pt>
    <dgm:pt modelId="{AB082E31-B58F-4F5C-8A3B-D2A110440805}" type="pres">
      <dgm:prSet presAssocID="{197C323A-21B8-488C-8B18-723774CB1D3B}" presName="iconRect" presStyleLbl="node1" presStyleIdx="0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sel"/>
        </a:ext>
      </dgm:extLst>
    </dgm:pt>
    <dgm:pt modelId="{A4987AF5-C8D6-4E04-B449-86FE1AF8483E}" type="pres">
      <dgm:prSet presAssocID="{197C323A-21B8-488C-8B18-723774CB1D3B}" presName="spaceRect" presStyleCnt="0"/>
      <dgm:spPr/>
    </dgm:pt>
    <dgm:pt modelId="{6C11D13F-1BD0-446D-BF4D-E4016C5BFBDC}" type="pres">
      <dgm:prSet presAssocID="{197C323A-21B8-488C-8B18-723774CB1D3B}" presName="parTx" presStyleLbl="revTx" presStyleIdx="0" presStyleCnt="6">
        <dgm:presLayoutVars>
          <dgm:chMax val="0"/>
          <dgm:chPref val="0"/>
        </dgm:presLayoutVars>
      </dgm:prSet>
      <dgm:spPr/>
    </dgm:pt>
    <dgm:pt modelId="{91ED84D2-6F41-40C7-A7C6-E6E21D73237E}" type="pres">
      <dgm:prSet presAssocID="{77344D00-F85D-443F-AF0F-CDE4D63CAA04}" presName="sibTrans" presStyleCnt="0"/>
      <dgm:spPr/>
    </dgm:pt>
    <dgm:pt modelId="{8486878D-E6CE-4597-A43E-8B160E09D976}" type="pres">
      <dgm:prSet presAssocID="{54EA060D-3D1F-4444-A703-24A788146B1C}" presName="compNode" presStyleCnt="0"/>
      <dgm:spPr/>
    </dgm:pt>
    <dgm:pt modelId="{D60D752F-DD77-4E4E-AAA9-68DF06164700}" type="pres">
      <dgm:prSet presAssocID="{54EA060D-3D1F-4444-A703-24A788146B1C}" presName="bgRect" presStyleLbl="bgShp" presStyleIdx="1" presStyleCnt="6"/>
      <dgm:spPr/>
    </dgm:pt>
    <dgm:pt modelId="{F998AE6A-73ED-4B42-A2F4-92529CC406F1}" type="pres">
      <dgm:prSet presAssocID="{54EA060D-3D1F-4444-A703-24A788146B1C}" presName="iconRect" presStyleLbl="node1" presStyleIdx="1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01CB2FD1-5BAB-48ED-8DC1-86B3A576104B}" type="pres">
      <dgm:prSet presAssocID="{54EA060D-3D1F-4444-A703-24A788146B1C}" presName="spaceRect" presStyleCnt="0"/>
      <dgm:spPr/>
    </dgm:pt>
    <dgm:pt modelId="{04A014C1-4401-4EDD-A9EB-E0F564DCD765}" type="pres">
      <dgm:prSet presAssocID="{54EA060D-3D1F-4444-A703-24A788146B1C}" presName="parTx" presStyleLbl="revTx" presStyleIdx="1" presStyleCnt="6">
        <dgm:presLayoutVars>
          <dgm:chMax val="0"/>
          <dgm:chPref val="0"/>
        </dgm:presLayoutVars>
      </dgm:prSet>
      <dgm:spPr/>
    </dgm:pt>
    <dgm:pt modelId="{B7554F03-F215-45BF-87FA-05DB06374380}" type="pres">
      <dgm:prSet presAssocID="{37F5FF39-0A58-47B6-9C60-02E4192688C6}" presName="sibTrans" presStyleCnt="0"/>
      <dgm:spPr/>
    </dgm:pt>
    <dgm:pt modelId="{45C814D1-ED9C-41F3-B65D-D9C4E1780D88}" type="pres">
      <dgm:prSet presAssocID="{157AE6B7-C55F-4DCF-A284-BC4D31FAFAC7}" presName="compNode" presStyleCnt="0"/>
      <dgm:spPr/>
    </dgm:pt>
    <dgm:pt modelId="{57AA8108-F551-4724-8CFA-552FEDE37D21}" type="pres">
      <dgm:prSet presAssocID="{157AE6B7-C55F-4DCF-A284-BC4D31FAFAC7}" presName="bgRect" presStyleLbl="bgShp" presStyleIdx="2" presStyleCnt="6"/>
      <dgm:spPr/>
    </dgm:pt>
    <dgm:pt modelId="{BD38648E-9A18-477F-8636-3FF7CF64DC9F}" type="pres">
      <dgm:prSet presAssocID="{157AE6B7-C55F-4DCF-A284-BC4D31FAFAC7}" presName="iconRect" presStyleLbl="node1" presStyleIdx="2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rophy"/>
        </a:ext>
      </dgm:extLst>
    </dgm:pt>
    <dgm:pt modelId="{08D5C904-8263-4022-B119-518E77A499B0}" type="pres">
      <dgm:prSet presAssocID="{157AE6B7-C55F-4DCF-A284-BC4D31FAFAC7}" presName="spaceRect" presStyleCnt="0"/>
      <dgm:spPr/>
    </dgm:pt>
    <dgm:pt modelId="{D28018A4-BF0D-4FC5-A534-2597CB960312}" type="pres">
      <dgm:prSet presAssocID="{157AE6B7-C55F-4DCF-A284-BC4D31FAFAC7}" presName="parTx" presStyleLbl="revTx" presStyleIdx="2" presStyleCnt="6">
        <dgm:presLayoutVars>
          <dgm:chMax val="0"/>
          <dgm:chPref val="0"/>
        </dgm:presLayoutVars>
      </dgm:prSet>
      <dgm:spPr/>
    </dgm:pt>
    <dgm:pt modelId="{64ACC37B-796F-4B75-864A-8DE4DE237AB8}" type="pres">
      <dgm:prSet presAssocID="{264F83F0-B402-4F2D-8180-AE4566462535}" presName="sibTrans" presStyleCnt="0"/>
      <dgm:spPr/>
    </dgm:pt>
    <dgm:pt modelId="{3B522777-6473-436F-8729-0E2AE104445F}" type="pres">
      <dgm:prSet presAssocID="{26F43950-45DE-466B-BCC5-86221A8811A4}" presName="compNode" presStyleCnt="0"/>
      <dgm:spPr/>
    </dgm:pt>
    <dgm:pt modelId="{0C0D4E24-E0E8-4D6E-9450-82C8741C668C}" type="pres">
      <dgm:prSet presAssocID="{26F43950-45DE-466B-BCC5-86221A8811A4}" presName="bgRect" presStyleLbl="bgShp" presStyleIdx="3" presStyleCnt="6"/>
      <dgm:spPr/>
    </dgm:pt>
    <dgm:pt modelId="{8BF325B5-2BB9-4B1E-B64F-E05D169D7A5D}" type="pres">
      <dgm:prSet presAssocID="{26F43950-45DE-466B-BCC5-86221A8811A4}" presName="iconRect" presStyleLbl="node1" presStyleIdx="3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cer"/>
        </a:ext>
      </dgm:extLst>
    </dgm:pt>
    <dgm:pt modelId="{60E16F78-0906-4FC4-A5D2-D8E1AF7A583B}" type="pres">
      <dgm:prSet presAssocID="{26F43950-45DE-466B-BCC5-86221A8811A4}" presName="spaceRect" presStyleCnt="0"/>
      <dgm:spPr/>
    </dgm:pt>
    <dgm:pt modelId="{F3E83684-AD06-417E-A595-9C9525DD39E1}" type="pres">
      <dgm:prSet presAssocID="{26F43950-45DE-466B-BCC5-86221A8811A4}" presName="parTx" presStyleLbl="revTx" presStyleIdx="3" presStyleCnt="6">
        <dgm:presLayoutVars>
          <dgm:chMax val="0"/>
          <dgm:chPref val="0"/>
        </dgm:presLayoutVars>
      </dgm:prSet>
      <dgm:spPr/>
    </dgm:pt>
    <dgm:pt modelId="{17CD7F3E-01C8-454B-BEC6-98BBD756C648}" type="pres">
      <dgm:prSet presAssocID="{D32D65ED-32DC-45F7-9AF7-77EA3F725F50}" presName="sibTrans" presStyleCnt="0"/>
      <dgm:spPr/>
    </dgm:pt>
    <dgm:pt modelId="{FCD75D12-0D12-4528-9DD5-ADC9054C402C}" type="pres">
      <dgm:prSet presAssocID="{429BC557-5A4A-4AB1-B6E9-C22581754FD0}" presName="compNode" presStyleCnt="0"/>
      <dgm:spPr/>
    </dgm:pt>
    <dgm:pt modelId="{80AB5C51-4780-4E59-AADF-BF7361D65AAF}" type="pres">
      <dgm:prSet presAssocID="{429BC557-5A4A-4AB1-B6E9-C22581754FD0}" presName="bgRect" presStyleLbl="bgShp" presStyleIdx="4" presStyleCnt="6"/>
      <dgm:spPr/>
    </dgm:pt>
    <dgm:pt modelId="{EDD0E98E-DBE3-47C9-8456-51158910D9DA}" type="pres">
      <dgm:prSet presAssocID="{429BC557-5A4A-4AB1-B6E9-C22581754FD0}" presName="iconRect" presStyleLbl="node1" presStyleIdx="4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DAA6CF6B-D76B-41ED-B4AF-0A5808D012B9}" type="pres">
      <dgm:prSet presAssocID="{429BC557-5A4A-4AB1-B6E9-C22581754FD0}" presName="spaceRect" presStyleCnt="0"/>
      <dgm:spPr/>
    </dgm:pt>
    <dgm:pt modelId="{82A8E95E-0824-436E-9F68-AF894DFD82B2}" type="pres">
      <dgm:prSet presAssocID="{429BC557-5A4A-4AB1-B6E9-C22581754FD0}" presName="parTx" presStyleLbl="revTx" presStyleIdx="4" presStyleCnt="6">
        <dgm:presLayoutVars>
          <dgm:chMax val="0"/>
          <dgm:chPref val="0"/>
        </dgm:presLayoutVars>
      </dgm:prSet>
      <dgm:spPr/>
    </dgm:pt>
    <dgm:pt modelId="{377E0BF1-D76D-4DE7-A4F6-E75979E1FAC0}" type="pres">
      <dgm:prSet presAssocID="{339DA591-315D-43DB-91EC-C2EF0725DE97}" presName="sibTrans" presStyleCnt="0"/>
      <dgm:spPr/>
    </dgm:pt>
    <dgm:pt modelId="{D40FAF03-9352-43D1-A1A7-316FA43F5D65}" type="pres">
      <dgm:prSet presAssocID="{FF1A4A10-85B8-484E-BA80-1F5E017461DF}" presName="compNode" presStyleCnt="0"/>
      <dgm:spPr/>
    </dgm:pt>
    <dgm:pt modelId="{6CA97726-E9F2-4C4B-8BA6-B57E0D85CAC9}" type="pres">
      <dgm:prSet presAssocID="{FF1A4A10-85B8-484E-BA80-1F5E017461DF}" presName="bgRect" presStyleLbl="bgShp" presStyleIdx="5" presStyleCnt="6"/>
      <dgm:spPr/>
    </dgm:pt>
    <dgm:pt modelId="{18840FE7-AB22-4170-AAF9-C90AF29827DF}" type="pres">
      <dgm:prSet presAssocID="{FF1A4A10-85B8-484E-BA80-1F5E017461DF}" presName="iconRect" presStyleLbl="node1" presStyleIdx="5" presStyleCnt="6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lackboard"/>
        </a:ext>
      </dgm:extLst>
    </dgm:pt>
    <dgm:pt modelId="{03A7C7C1-3CC8-4DD4-B72F-24260EA0D2CF}" type="pres">
      <dgm:prSet presAssocID="{FF1A4A10-85B8-484E-BA80-1F5E017461DF}" presName="spaceRect" presStyleCnt="0"/>
      <dgm:spPr/>
    </dgm:pt>
    <dgm:pt modelId="{1CC43FA0-D1B9-471C-A258-F44612E38E1F}" type="pres">
      <dgm:prSet presAssocID="{FF1A4A10-85B8-484E-BA80-1F5E017461DF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9690B1C-F3E9-4BFD-A58D-53B292AFE215}" srcId="{ED4A242C-8522-4754-BF82-9526B5394010}" destId="{197C323A-21B8-488C-8B18-723774CB1D3B}" srcOrd="0" destOrd="0" parTransId="{60DA3F88-EDCC-4CBB-BED5-7DAACA252561}" sibTransId="{77344D00-F85D-443F-AF0F-CDE4D63CAA04}"/>
    <dgm:cxn modelId="{772C3F1F-487B-49A7-ABFE-48BC29BB4A4F}" type="presOf" srcId="{197C323A-21B8-488C-8B18-723774CB1D3B}" destId="{6C11D13F-1BD0-446D-BF4D-E4016C5BFBDC}" srcOrd="0" destOrd="0" presId="urn:microsoft.com/office/officeart/2018/2/layout/IconVerticalSolidList"/>
    <dgm:cxn modelId="{C4207D5C-2052-46DD-B49A-D28C21F60D94}" srcId="{ED4A242C-8522-4754-BF82-9526B5394010}" destId="{54EA060D-3D1F-4444-A703-24A788146B1C}" srcOrd="1" destOrd="0" parTransId="{1F233F1E-3075-4DB0-96E2-9A3CD898B8E2}" sibTransId="{37F5FF39-0A58-47B6-9C60-02E4192688C6}"/>
    <dgm:cxn modelId="{067B385E-ECB1-45F5-A4B7-FE207E660457}" type="presOf" srcId="{157AE6B7-C55F-4DCF-A284-BC4D31FAFAC7}" destId="{D28018A4-BF0D-4FC5-A534-2597CB960312}" srcOrd="0" destOrd="0" presId="urn:microsoft.com/office/officeart/2018/2/layout/IconVerticalSolidList"/>
    <dgm:cxn modelId="{C7230760-70EB-4302-A7B5-2AFC10392F63}" type="presOf" srcId="{FF1A4A10-85B8-484E-BA80-1F5E017461DF}" destId="{1CC43FA0-D1B9-471C-A258-F44612E38E1F}" srcOrd="0" destOrd="0" presId="urn:microsoft.com/office/officeart/2018/2/layout/IconVerticalSolidList"/>
    <dgm:cxn modelId="{FA35B052-D28C-4F45-BBFC-B13CF1422811}" type="presOf" srcId="{ED4A242C-8522-4754-BF82-9526B5394010}" destId="{EC3D7D5E-D49F-47BC-B3D5-1135F8FCE94D}" srcOrd="0" destOrd="0" presId="urn:microsoft.com/office/officeart/2018/2/layout/IconVerticalSolidList"/>
    <dgm:cxn modelId="{C7577282-CB84-486F-A5E9-81DB184C3EC7}" type="presOf" srcId="{54EA060D-3D1F-4444-A703-24A788146B1C}" destId="{04A014C1-4401-4EDD-A9EB-E0F564DCD765}" srcOrd="0" destOrd="0" presId="urn:microsoft.com/office/officeart/2018/2/layout/IconVerticalSolidList"/>
    <dgm:cxn modelId="{D1FBB982-EC09-44DF-8C63-4EAFD936F064}" srcId="{ED4A242C-8522-4754-BF82-9526B5394010}" destId="{26F43950-45DE-466B-BCC5-86221A8811A4}" srcOrd="3" destOrd="0" parTransId="{696E1E99-92D7-4203-A807-457C67DEC039}" sibTransId="{D32D65ED-32DC-45F7-9AF7-77EA3F725F50}"/>
    <dgm:cxn modelId="{B2F31883-5687-420A-818B-46A90856D6FB}" srcId="{ED4A242C-8522-4754-BF82-9526B5394010}" destId="{FF1A4A10-85B8-484E-BA80-1F5E017461DF}" srcOrd="5" destOrd="0" parTransId="{484ED06C-B0F4-4823-90AC-608DABF3C622}" sibTransId="{0DEE8A25-4634-4048-BB73-CB44FB2F11DA}"/>
    <dgm:cxn modelId="{E5216A92-FBD8-4E13-99FD-CAB725694C4E}" srcId="{ED4A242C-8522-4754-BF82-9526B5394010}" destId="{429BC557-5A4A-4AB1-B6E9-C22581754FD0}" srcOrd="4" destOrd="0" parTransId="{8CCD369C-CDDB-430D-B625-5D7F9502397B}" sibTransId="{339DA591-315D-43DB-91EC-C2EF0725DE97}"/>
    <dgm:cxn modelId="{D4C081BE-E304-4D11-AE59-61768F218611}" srcId="{ED4A242C-8522-4754-BF82-9526B5394010}" destId="{157AE6B7-C55F-4DCF-A284-BC4D31FAFAC7}" srcOrd="2" destOrd="0" parTransId="{3B5AE282-3F17-48DB-B1FC-D3C0A857CBA5}" sibTransId="{264F83F0-B402-4F2D-8180-AE4566462535}"/>
    <dgm:cxn modelId="{970941DE-C89A-42BB-9D76-74C615775F69}" type="presOf" srcId="{26F43950-45DE-466B-BCC5-86221A8811A4}" destId="{F3E83684-AD06-417E-A595-9C9525DD39E1}" srcOrd="0" destOrd="0" presId="urn:microsoft.com/office/officeart/2018/2/layout/IconVerticalSolidList"/>
    <dgm:cxn modelId="{BAC9FEF3-0C94-41BE-BB93-174D9A8C9E65}" type="presOf" srcId="{429BC557-5A4A-4AB1-B6E9-C22581754FD0}" destId="{82A8E95E-0824-436E-9F68-AF894DFD82B2}" srcOrd="0" destOrd="0" presId="urn:microsoft.com/office/officeart/2018/2/layout/IconVerticalSolidList"/>
    <dgm:cxn modelId="{FB603F30-408C-45FD-BC9F-86340DB15A36}" type="presParOf" srcId="{EC3D7D5E-D49F-47BC-B3D5-1135F8FCE94D}" destId="{94034480-3F54-4922-BD9A-857CC942595E}" srcOrd="0" destOrd="0" presId="urn:microsoft.com/office/officeart/2018/2/layout/IconVerticalSolidList"/>
    <dgm:cxn modelId="{BEBFAC68-8756-40A3-AEFF-CC5B9905579F}" type="presParOf" srcId="{94034480-3F54-4922-BD9A-857CC942595E}" destId="{0F3C2705-C0A9-4F72-AE7A-5B74308A7924}" srcOrd="0" destOrd="0" presId="urn:microsoft.com/office/officeart/2018/2/layout/IconVerticalSolidList"/>
    <dgm:cxn modelId="{0247819D-625B-4B8A-A0C3-C9D414715A6E}" type="presParOf" srcId="{94034480-3F54-4922-BD9A-857CC942595E}" destId="{AB082E31-B58F-4F5C-8A3B-D2A110440805}" srcOrd="1" destOrd="0" presId="urn:microsoft.com/office/officeart/2018/2/layout/IconVerticalSolidList"/>
    <dgm:cxn modelId="{561B811F-3E53-4D02-9DD9-F795DD658CE3}" type="presParOf" srcId="{94034480-3F54-4922-BD9A-857CC942595E}" destId="{A4987AF5-C8D6-4E04-B449-86FE1AF8483E}" srcOrd="2" destOrd="0" presId="urn:microsoft.com/office/officeart/2018/2/layout/IconVerticalSolidList"/>
    <dgm:cxn modelId="{3321AE8D-4434-479B-9101-98577012AFCC}" type="presParOf" srcId="{94034480-3F54-4922-BD9A-857CC942595E}" destId="{6C11D13F-1BD0-446D-BF4D-E4016C5BFBDC}" srcOrd="3" destOrd="0" presId="urn:microsoft.com/office/officeart/2018/2/layout/IconVerticalSolidList"/>
    <dgm:cxn modelId="{76B49403-ACFA-4E3E-9F93-1C9A7A6F1001}" type="presParOf" srcId="{EC3D7D5E-D49F-47BC-B3D5-1135F8FCE94D}" destId="{91ED84D2-6F41-40C7-A7C6-E6E21D73237E}" srcOrd="1" destOrd="0" presId="urn:microsoft.com/office/officeart/2018/2/layout/IconVerticalSolidList"/>
    <dgm:cxn modelId="{73C20344-DE95-4BDE-BEC7-5F4EDC259F5C}" type="presParOf" srcId="{EC3D7D5E-D49F-47BC-B3D5-1135F8FCE94D}" destId="{8486878D-E6CE-4597-A43E-8B160E09D976}" srcOrd="2" destOrd="0" presId="urn:microsoft.com/office/officeart/2018/2/layout/IconVerticalSolidList"/>
    <dgm:cxn modelId="{3DC8B790-55BC-4AB3-ADAE-32860043B329}" type="presParOf" srcId="{8486878D-E6CE-4597-A43E-8B160E09D976}" destId="{D60D752F-DD77-4E4E-AAA9-68DF06164700}" srcOrd="0" destOrd="0" presId="urn:microsoft.com/office/officeart/2018/2/layout/IconVerticalSolidList"/>
    <dgm:cxn modelId="{67E3A2FF-F713-495B-94DD-C3E01E26E865}" type="presParOf" srcId="{8486878D-E6CE-4597-A43E-8B160E09D976}" destId="{F998AE6A-73ED-4B42-A2F4-92529CC406F1}" srcOrd="1" destOrd="0" presId="urn:microsoft.com/office/officeart/2018/2/layout/IconVerticalSolidList"/>
    <dgm:cxn modelId="{38DF46C9-A284-43BE-B05D-37FDD82CE7DA}" type="presParOf" srcId="{8486878D-E6CE-4597-A43E-8B160E09D976}" destId="{01CB2FD1-5BAB-48ED-8DC1-86B3A576104B}" srcOrd="2" destOrd="0" presId="urn:microsoft.com/office/officeart/2018/2/layout/IconVerticalSolidList"/>
    <dgm:cxn modelId="{6E088477-8A95-4B41-8AE9-E64DA5B70270}" type="presParOf" srcId="{8486878D-E6CE-4597-A43E-8B160E09D976}" destId="{04A014C1-4401-4EDD-A9EB-E0F564DCD765}" srcOrd="3" destOrd="0" presId="urn:microsoft.com/office/officeart/2018/2/layout/IconVerticalSolidList"/>
    <dgm:cxn modelId="{79121EC8-3D7B-49C4-AF87-EF4C7FB665A2}" type="presParOf" srcId="{EC3D7D5E-D49F-47BC-B3D5-1135F8FCE94D}" destId="{B7554F03-F215-45BF-87FA-05DB06374380}" srcOrd="3" destOrd="0" presId="urn:microsoft.com/office/officeart/2018/2/layout/IconVerticalSolidList"/>
    <dgm:cxn modelId="{E03CC76D-D20D-4946-B215-015D7896CA60}" type="presParOf" srcId="{EC3D7D5E-D49F-47BC-B3D5-1135F8FCE94D}" destId="{45C814D1-ED9C-41F3-B65D-D9C4E1780D88}" srcOrd="4" destOrd="0" presId="urn:microsoft.com/office/officeart/2018/2/layout/IconVerticalSolidList"/>
    <dgm:cxn modelId="{E1F3E2CA-732E-444D-AA8A-45A7BCF2015E}" type="presParOf" srcId="{45C814D1-ED9C-41F3-B65D-D9C4E1780D88}" destId="{57AA8108-F551-4724-8CFA-552FEDE37D21}" srcOrd="0" destOrd="0" presId="urn:microsoft.com/office/officeart/2018/2/layout/IconVerticalSolidList"/>
    <dgm:cxn modelId="{287B3138-51B1-4895-9CA4-E9443B8A7CE3}" type="presParOf" srcId="{45C814D1-ED9C-41F3-B65D-D9C4E1780D88}" destId="{BD38648E-9A18-477F-8636-3FF7CF64DC9F}" srcOrd="1" destOrd="0" presId="urn:microsoft.com/office/officeart/2018/2/layout/IconVerticalSolidList"/>
    <dgm:cxn modelId="{D753AD4F-16D1-4E70-9FF4-8AEBE9D44CDA}" type="presParOf" srcId="{45C814D1-ED9C-41F3-B65D-D9C4E1780D88}" destId="{08D5C904-8263-4022-B119-518E77A499B0}" srcOrd="2" destOrd="0" presId="urn:microsoft.com/office/officeart/2018/2/layout/IconVerticalSolidList"/>
    <dgm:cxn modelId="{70408DF7-CB5F-401D-BC43-F37CB7D433D5}" type="presParOf" srcId="{45C814D1-ED9C-41F3-B65D-D9C4E1780D88}" destId="{D28018A4-BF0D-4FC5-A534-2597CB960312}" srcOrd="3" destOrd="0" presId="urn:microsoft.com/office/officeart/2018/2/layout/IconVerticalSolidList"/>
    <dgm:cxn modelId="{4B5D319C-46FD-400B-9CEC-FF3984144655}" type="presParOf" srcId="{EC3D7D5E-D49F-47BC-B3D5-1135F8FCE94D}" destId="{64ACC37B-796F-4B75-864A-8DE4DE237AB8}" srcOrd="5" destOrd="0" presId="urn:microsoft.com/office/officeart/2018/2/layout/IconVerticalSolidList"/>
    <dgm:cxn modelId="{3C8351EE-B0B1-4986-ACD4-882AB9681013}" type="presParOf" srcId="{EC3D7D5E-D49F-47BC-B3D5-1135F8FCE94D}" destId="{3B522777-6473-436F-8729-0E2AE104445F}" srcOrd="6" destOrd="0" presId="urn:microsoft.com/office/officeart/2018/2/layout/IconVerticalSolidList"/>
    <dgm:cxn modelId="{12B85C9A-5BA3-418D-A3E5-CABE60477D64}" type="presParOf" srcId="{3B522777-6473-436F-8729-0E2AE104445F}" destId="{0C0D4E24-E0E8-4D6E-9450-82C8741C668C}" srcOrd="0" destOrd="0" presId="urn:microsoft.com/office/officeart/2018/2/layout/IconVerticalSolidList"/>
    <dgm:cxn modelId="{6D1E1BF9-81CA-4DF6-B549-B905D4F2E66C}" type="presParOf" srcId="{3B522777-6473-436F-8729-0E2AE104445F}" destId="{8BF325B5-2BB9-4B1E-B64F-E05D169D7A5D}" srcOrd="1" destOrd="0" presId="urn:microsoft.com/office/officeart/2018/2/layout/IconVerticalSolidList"/>
    <dgm:cxn modelId="{4AD51F4E-8893-4373-86CB-9047A665752B}" type="presParOf" srcId="{3B522777-6473-436F-8729-0E2AE104445F}" destId="{60E16F78-0906-4FC4-A5D2-D8E1AF7A583B}" srcOrd="2" destOrd="0" presId="urn:microsoft.com/office/officeart/2018/2/layout/IconVerticalSolidList"/>
    <dgm:cxn modelId="{878B39DD-FA03-4565-B3AF-63CDD6201925}" type="presParOf" srcId="{3B522777-6473-436F-8729-0E2AE104445F}" destId="{F3E83684-AD06-417E-A595-9C9525DD39E1}" srcOrd="3" destOrd="0" presId="urn:microsoft.com/office/officeart/2018/2/layout/IconVerticalSolidList"/>
    <dgm:cxn modelId="{67A3DFE7-4AD1-4197-A363-FDEADC6264AC}" type="presParOf" srcId="{EC3D7D5E-D49F-47BC-B3D5-1135F8FCE94D}" destId="{17CD7F3E-01C8-454B-BEC6-98BBD756C648}" srcOrd="7" destOrd="0" presId="urn:microsoft.com/office/officeart/2018/2/layout/IconVerticalSolidList"/>
    <dgm:cxn modelId="{1688F2A1-5710-485E-A208-5888A6DD3641}" type="presParOf" srcId="{EC3D7D5E-D49F-47BC-B3D5-1135F8FCE94D}" destId="{FCD75D12-0D12-4528-9DD5-ADC9054C402C}" srcOrd="8" destOrd="0" presId="urn:microsoft.com/office/officeart/2018/2/layout/IconVerticalSolidList"/>
    <dgm:cxn modelId="{BECAB70F-E134-46D8-9C40-2BADF11FE23B}" type="presParOf" srcId="{FCD75D12-0D12-4528-9DD5-ADC9054C402C}" destId="{80AB5C51-4780-4E59-AADF-BF7361D65AAF}" srcOrd="0" destOrd="0" presId="urn:microsoft.com/office/officeart/2018/2/layout/IconVerticalSolidList"/>
    <dgm:cxn modelId="{7F5AAA42-18EB-4501-9C07-DA22DD6FC96F}" type="presParOf" srcId="{FCD75D12-0D12-4528-9DD5-ADC9054C402C}" destId="{EDD0E98E-DBE3-47C9-8456-51158910D9DA}" srcOrd="1" destOrd="0" presId="urn:microsoft.com/office/officeart/2018/2/layout/IconVerticalSolidList"/>
    <dgm:cxn modelId="{1EC1AA23-1D2A-42F8-9923-842E83A02340}" type="presParOf" srcId="{FCD75D12-0D12-4528-9DD5-ADC9054C402C}" destId="{DAA6CF6B-D76B-41ED-B4AF-0A5808D012B9}" srcOrd="2" destOrd="0" presId="urn:microsoft.com/office/officeart/2018/2/layout/IconVerticalSolidList"/>
    <dgm:cxn modelId="{F8A8E055-33AE-46FD-B6C9-E1DE951C56CC}" type="presParOf" srcId="{FCD75D12-0D12-4528-9DD5-ADC9054C402C}" destId="{82A8E95E-0824-436E-9F68-AF894DFD82B2}" srcOrd="3" destOrd="0" presId="urn:microsoft.com/office/officeart/2018/2/layout/IconVerticalSolidList"/>
    <dgm:cxn modelId="{6966862D-B3F4-4AF5-9C23-5206B81CB035}" type="presParOf" srcId="{EC3D7D5E-D49F-47BC-B3D5-1135F8FCE94D}" destId="{377E0BF1-D76D-4DE7-A4F6-E75979E1FAC0}" srcOrd="9" destOrd="0" presId="urn:microsoft.com/office/officeart/2018/2/layout/IconVerticalSolidList"/>
    <dgm:cxn modelId="{6206ABEE-ECED-4864-8BF5-6CC29CFFE129}" type="presParOf" srcId="{EC3D7D5E-D49F-47BC-B3D5-1135F8FCE94D}" destId="{D40FAF03-9352-43D1-A1A7-316FA43F5D65}" srcOrd="10" destOrd="0" presId="urn:microsoft.com/office/officeart/2018/2/layout/IconVerticalSolidList"/>
    <dgm:cxn modelId="{C14DDF55-A550-489C-89BC-AB4ACCBC5664}" type="presParOf" srcId="{D40FAF03-9352-43D1-A1A7-316FA43F5D65}" destId="{6CA97726-E9F2-4C4B-8BA6-B57E0D85CAC9}" srcOrd="0" destOrd="0" presId="urn:microsoft.com/office/officeart/2018/2/layout/IconVerticalSolidList"/>
    <dgm:cxn modelId="{1AC91333-D241-48FF-B9AD-4CA8DB3A772B}" type="presParOf" srcId="{D40FAF03-9352-43D1-A1A7-316FA43F5D65}" destId="{18840FE7-AB22-4170-AAF9-C90AF29827DF}" srcOrd="1" destOrd="0" presId="urn:microsoft.com/office/officeart/2018/2/layout/IconVerticalSolidList"/>
    <dgm:cxn modelId="{8E1E210D-AE98-4ECC-B570-35D32E617F68}" type="presParOf" srcId="{D40FAF03-9352-43D1-A1A7-316FA43F5D65}" destId="{03A7C7C1-3CC8-4DD4-B72F-24260EA0D2CF}" srcOrd="2" destOrd="0" presId="urn:microsoft.com/office/officeart/2018/2/layout/IconVerticalSolidList"/>
    <dgm:cxn modelId="{37F45FA1-4152-4D40-A81F-B25F45E53C30}" type="presParOf" srcId="{D40FAF03-9352-43D1-A1A7-316FA43F5D65}" destId="{1CC43FA0-D1B9-471C-A258-F44612E38E1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3C2705-C0A9-4F72-AE7A-5B74308A7924}">
      <dsp:nvSpPr>
        <dsp:cNvPr id="0" name=""/>
        <dsp:cNvSpPr/>
      </dsp:nvSpPr>
      <dsp:spPr>
        <a:xfrm>
          <a:off x="0" y="1907"/>
          <a:ext cx="6588691" cy="8128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B082E31-B58F-4F5C-8A3B-D2A110440805}">
      <dsp:nvSpPr>
        <dsp:cNvPr id="0" name=""/>
        <dsp:cNvSpPr/>
      </dsp:nvSpPr>
      <dsp:spPr>
        <a:xfrm>
          <a:off x="245877" y="184791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11D13F-1BD0-446D-BF4D-E4016C5BFBDC}">
      <dsp:nvSpPr>
        <dsp:cNvPr id="0" name=""/>
        <dsp:cNvSpPr/>
      </dsp:nvSpPr>
      <dsp:spPr>
        <a:xfrm>
          <a:off x="938804" y="1907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Feel free to add any other slides you think may help to describe your project in a clearer way.</a:t>
          </a:r>
          <a:endParaRPr lang="en-US" sz="1900" kern="1200"/>
        </a:p>
      </dsp:txBody>
      <dsp:txXfrm>
        <a:off x="938804" y="1907"/>
        <a:ext cx="5649886" cy="812817"/>
      </dsp:txXfrm>
    </dsp:sp>
    <dsp:sp modelId="{D60D752F-DD77-4E4E-AAA9-68DF06164700}">
      <dsp:nvSpPr>
        <dsp:cNvPr id="0" name=""/>
        <dsp:cNvSpPr/>
      </dsp:nvSpPr>
      <dsp:spPr>
        <a:xfrm>
          <a:off x="0" y="1017929"/>
          <a:ext cx="6588691" cy="81281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98AE6A-73ED-4B42-A2F4-92529CC406F1}">
      <dsp:nvSpPr>
        <dsp:cNvPr id="0" name=""/>
        <dsp:cNvSpPr/>
      </dsp:nvSpPr>
      <dsp:spPr>
        <a:xfrm>
          <a:off x="245877" y="1200813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A014C1-4401-4EDD-A9EB-E0F564DCD765}">
      <dsp:nvSpPr>
        <dsp:cNvPr id="0" name=""/>
        <dsp:cNvSpPr/>
      </dsp:nvSpPr>
      <dsp:spPr>
        <a:xfrm>
          <a:off x="938804" y="1017929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Each team has maximum 15 minutes for presentation</a:t>
          </a:r>
        </a:p>
      </dsp:txBody>
      <dsp:txXfrm>
        <a:off x="938804" y="1017929"/>
        <a:ext cx="5649886" cy="812817"/>
      </dsp:txXfrm>
    </dsp:sp>
    <dsp:sp modelId="{57AA8108-F551-4724-8CFA-552FEDE37D21}">
      <dsp:nvSpPr>
        <dsp:cNvPr id="0" name=""/>
        <dsp:cNvSpPr/>
      </dsp:nvSpPr>
      <dsp:spPr>
        <a:xfrm>
          <a:off x="0" y="2033951"/>
          <a:ext cx="6588691" cy="812817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38648E-9A18-477F-8636-3FF7CF64DC9F}">
      <dsp:nvSpPr>
        <dsp:cNvPr id="0" name=""/>
        <dsp:cNvSpPr/>
      </dsp:nvSpPr>
      <dsp:spPr>
        <a:xfrm>
          <a:off x="245877" y="2216835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8018A4-BF0D-4FC5-A534-2597CB960312}">
      <dsp:nvSpPr>
        <dsp:cNvPr id="0" name=""/>
        <dsp:cNvSpPr/>
      </dsp:nvSpPr>
      <dsp:spPr>
        <a:xfrm>
          <a:off x="938804" y="2033951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Planning to present on May 1st</a:t>
          </a:r>
        </a:p>
      </dsp:txBody>
      <dsp:txXfrm>
        <a:off x="938804" y="2033951"/>
        <a:ext cx="5649886" cy="812817"/>
      </dsp:txXfrm>
    </dsp:sp>
    <dsp:sp modelId="{0C0D4E24-E0E8-4D6E-9450-82C8741C668C}">
      <dsp:nvSpPr>
        <dsp:cNvPr id="0" name=""/>
        <dsp:cNvSpPr/>
      </dsp:nvSpPr>
      <dsp:spPr>
        <a:xfrm>
          <a:off x="0" y="3049973"/>
          <a:ext cx="6588691" cy="812817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F325B5-2BB9-4B1E-B64F-E05D169D7A5D}">
      <dsp:nvSpPr>
        <dsp:cNvPr id="0" name=""/>
        <dsp:cNvSpPr/>
      </dsp:nvSpPr>
      <dsp:spPr>
        <a:xfrm>
          <a:off x="245877" y="3232857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3E83684-AD06-417E-A595-9C9525DD39E1}">
      <dsp:nvSpPr>
        <dsp:cNvPr id="0" name=""/>
        <dsp:cNvSpPr/>
      </dsp:nvSpPr>
      <dsp:spPr>
        <a:xfrm>
          <a:off x="938804" y="3049973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Upload all your files on BB no later than April 30</a:t>
          </a:r>
          <a:r>
            <a:rPr lang="en-US" sz="1900" kern="1200" baseline="30000" dirty="0"/>
            <a:t>th</a:t>
          </a:r>
          <a:r>
            <a:rPr lang="en-US" sz="1900" kern="1200" dirty="0"/>
            <a:t>, EOD</a:t>
          </a:r>
        </a:p>
      </dsp:txBody>
      <dsp:txXfrm>
        <a:off x="938804" y="3049973"/>
        <a:ext cx="5649886" cy="812817"/>
      </dsp:txXfrm>
    </dsp:sp>
    <dsp:sp modelId="{80AB5C51-4780-4E59-AADF-BF7361D65AAF}">
      <dsp:nvSpPr>
        <dsp:cNvPr id="0" name=""/>
        <dsp:cNvSpPr/>
      </dsp:nvSpPr>
      <dsp:spPr>
        <a:xfrm>
          <a:off x="0" y="4065995"/>
          <a:ext cx="6588691" cy="812817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DD0E98E-DBE3-47C9-8456-51158910D9DA}">
      <dsp:nvSpPr>
        <dsp:cNvPr id="0" name=""/>
        <dsp:cNvSpPr/>
      </dsp:nvSpPr>
      <dsp:spPr>
        <a:xfrm>
          <a:off x="245877" y="4248879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2A8E95E-0824-436E-9F68-AF894DFD82B2}">
      <dsp:nvSpPr>
        <dsp:cNvPr id="0" name=""/>
        <dsp:cNvSpPr/>
      </dsp:nvSpPr>
      <dsp:spPr>
        <a:xfrm>
          <a:off x="938804" y="4065995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All team members </a:t>
          </a:r>
          <a:r>
            <a:rPr lang="en-US" sz="1900" u="sng" kern="1200"/>
            <a:t>must</a:t>
          </a:r>
          <a:r>
            <a:rPr lang="en-US" sz="1900" kern="1200"/>
            <a:t> attend the session that the team presents the work</a:t>
          </a:r>
        </a:p>
      </dsp:txBody>
      <dsp:txXfrm>
        <a:off x="938804" y="4065995"/>
        <a:ext cx="5649886" cy="812817"/>
      </dsp:txXfrm>
    </dsp:sp>
    <dsp:sp modelId="{6CA97726-E9F2-4C4B-8BA6-B57E0D85CAC9}">
      <dsp:nvSpPr>
        <dsp:cNvPr id="0" name=""/>
        <dsp:cNvSpPr/>
      </dsp:nvSpPr>
      <dsp:spPr>
        <a:xfrm>
          <a:off x="0" y="5082017"/>
          <a:ext cx="6588691" cy="81281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840FE7-AB22-4170-AAF9-C90AF29827DF}">
      <dsp:nvSpPr>
        <dsp:cNvPr id="0" name=""/>
        <dsp:cNvSpPr/>
      </dsp:nvSpPr>
      <dsp:spPr>
        <a:xfrm>
          <a:off x="245877" y="5264901"/>
          <a:ext cx="447049" cy="447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C43FA0-D1B9-471C-A258-F44612E38E1F}">
      <dsp:nvSpPr>
        <dsp:cNvPr id="0" name=""/>
        <dsp:cNvSpPr/>
      </dsp:nvSpPr>
      <dsp:spPr>
        <a:xfrm>
          <a:off x="938804" y="5082017"/>
          <a:ext cx="5649886" cy="81281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6023" tIns="86023" rIns="86023" bIns="86023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Presentation has </a:t>
          </a:r>
          <a:r>
            <a:rPr lang="en-US" sz="1900" u="sng" kern="1200"/>
            <a:t>10% </a:t>
          </a:r>
          <a:r>
            <a:rPr lang="en-US" sz="1900" kern="1200"/>
            <a:t>of your grade for the final project</a:t>
          </a:r>
        </a:p>
      </dsp:txBody>
      <dsp:txXfrm>
        <a:off x="938804" y="5082017"/>
        <a:ext cx="5649886" cy="81281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C3CA87-3EB6-4066-B6BE-19D8DD5327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E6F8088-2BA6-40E5-8051-13CC1D8DBE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87CD61-6761-4299-9D07-608AF67336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A9D6FE-CFAE-4726-95BE-3A6474C9F4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83A71B-E56F-47BE-AD69-B5C4ABD48E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4892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053DB-A3E9-401E-9F57-22306FBE9F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21FBAD-E8EC-4A33-8D7E-B04FF11AD2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3941D62-FEC7-40B8-A29A-1A2780286B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CB1A38-566C-47C6-91C6-D842AED88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AEEB97-3061-49B6-BD7D-018FF41320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37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712280-A812-4740-AF89-731D16313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FAB97B-99CE-44EA-A945-F878BC390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0C401D-DF60-43DA-A4EF-616049FE7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81B7FB-A2AA-4481-A7EC-177F2989A6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3523F4-0E92-4FB7-9A58-B286A97459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59578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A1E7A-9CD4-4E67-8AFB-F80837993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9A19186-FBF9-4747-A1AB-0A8F3E34AE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972ECC-1083-4371-993E-61E5FA4F4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2764D2-A7A2-4BE6-9E82-A08C750FF2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5E176A0-1482-4B5F-8F73-E68386CDC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8AE2DD-E4B5-4A99-BBA7-664FA88076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5706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A945-6D52-42AA-93E8-9F93C862E3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BC52F9-4AA8-4EF0-8EA5-FF9F06CB98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FBC2DD-7036-4DDE-8B20-7249507ED9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7CCFD0F-72DC-44E4-9178-882A0F3390F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D06CEF-7C33-4CE6-BD7A-5540D82AA6B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1392F8-6BCC-4412-96B4-202792E9C9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4A93F7B-7403-4636-9798-4E04641A1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D12BE9-B011-4D95-8C0F-64B0A6776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4272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6A112-D766-4A42-A26E-E3D45884B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AC2F98-2FD8-4E44-840D-E3B22CCB7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2C518F-7320-4D91-8229-A0BB3A744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85054B-AB55-482E-BFBF-AF0153A320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4386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EAA7DA-C978-494F-A9A1-C49D03DBD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8C365D-1AAE-4A28-8A32-3D015E2E89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AF4A91-0AED-427C-8ADB-A99B555AEE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09275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CB4BA3-1E97-4F7D-A97A-5A244E2280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FB9AD4-6418-446F-9BC0-31ADF1D10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8BF59A-DB5A-4117-B267-F0B78991039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E6B75C-40A6-4B31-856D-62D2C5A342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3B5C56-2EF0-49C0-8352-8053022D4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8312EB-15E1-464D-BD1A-D56946C98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80393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5999F-30E6-4AD7-96EE-49E6B7FEFC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0B4B5DA-84CD-4A0D-BB9B-12E3BF3B25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D3B764C-2F9A-4F45-8CFA-0E6F76D41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14D1D6-0932-40D0-8F84-3368A89761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B05CD-4440-4C1B-A900-A36D24E0E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852686-B8CE-4653-BD05-66C19382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4437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DB0960-B002-4436-8C72-752073E59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77BE0F-6A17-4FC8-A71D-5A3D5F2CE0E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7782FC-2178-41F7-B8EC-72B62E037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B8E47E-ED1E-4727-B28A-7F8FD13D7D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0E9468-3FCC-48D9-B328-42F22E87F7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7450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004C15-C578-4239-8753-4FE6DA2B75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CA918B5-85B2-4D39-9B19-79E4565040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DF5737-46D9-4E99-A339-9A4906D8E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FD4BEA-C7F3-44E0-B310-D25443D23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7489A4-A336-4684-AF04-62399E77E2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57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B7D9B19-C8C6-437A-AAF2-617AD1219A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689EF-5DAD-4FC6-8F29-5B92490501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68A669-39D5-4E99-ADCA-666A6E48A49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6E0282-BF4E-46E2-B869-4BA1A62D6C6E}" type="datetimeFigureOut">
              <a:rPr lang="en-US" smtClean="0"/>
              <a:t>5/1/2026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F97BDB-2BC1-4CF1-B82C-1A94176159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8625D8-A1A0-4AFE-8141-CBCD32D5AE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542B0F-F710-4F40-BA75-8097BD627F0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9313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C811B-8571-4CE9-9265-3D76AF967A3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RSA Secured Chatroom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2857EF1-AC80-4531-84C8-4AA112A7C7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Team members: O’Donovan Murphy II</a:t>
            </a:r>
          </a:p>
          <a:p>
            <a:r>
              <a:rPr lang="en-US" dirty="0"/>
              <a:t>Presentation day: 5/2/26</a:t>
            </a:r>
            <a:endParaRPr lang="en-US" dirty="0">
              <a:cs typeface="Calibri" panose="020F0502020204030204"/>
            </a:endParaRPr>
          </a:p>
          <a:p>
            <a:r>
              <a:rPr lang="en-US" dirty="0">
                <a:cs typeface="Calibri" panose="020F0502020204030204"/>
              </a:rPr>
              <a:t>Presenter name(s): O’Donovan Murphy II</a:t>
            </a:r>
          </a:p>
        </p:txBody>
      </p:sp>
    </p:spTree>
    <p:extLst>
      <p:ext uri="{BB962C8B-B14F-4D97-AF65-F5344CB8AC3E}">
        <p14:creationId xmlns:p14="http://schemas.microsoft.com/office/powerpoint/2010/main" val="11373414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1177A-722C-481E-8C8D-4B21A0751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12B0D4-46E5-41CB-8557-E268612A010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71222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FE3E23-D260-46F5-8998-31DB7643B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Team members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9E35-E000-4A86-B352-8B4544D435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Project planning/Management: O’Donovan Murphy II</a:t>
            </a:r>
          </a:p>
          <a:p>
            <a:r>
              <a:rPr lang="en-US" dirty="0"/>
              <a:t>Software Development: O’Donovan Murphy II</a:t>
            </a:r>
          </a:p>
          <a:p>
            <a:r>
              <a:rPr lang="en-US" dirty="0"/>
              <a:t>Software Test: O’Donovan Murphy II</a:t>
            </a:r>
          </a:p>
          <a:p>
            <a:r>
              <a:rPr lang="en-US" dirty="0"/>
              <a:t>Report Generation: O’Donovan Murphy II</a:t>
            </a:r>
          </a:p>
          <a:p>
            <a:r>
              <a:rPr lang="en-US" dirty="0"/>
              <a:t>Presentation: O’Donovan Murphy II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16389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ADA250-D403-4E0F-8E03-E1CB2565BA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Overall project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D0AC2-81B7-4B98-A6FF-97CD476664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This project uses a 16-bit RSA encrypted chatroom to demonstrate the use of the following course concepts: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Encryption</a:t>
            </a:r>
          </a:p>
          <a:p>
            <a:pPr lvl="1"/>
            <a:r>
              <a:rPr lang="en-US" dirty="0"/>
              <a:t>Decryption</a:t>
            </a:r>
          </a:p>
          <a:p>
            <a:pPr lvl="1"/>
            <a:r>
              <a:rPr lang="en-US" dirty="0"/>
              <a:t>Key sharing</a:t>
            </a:r>
          </a:p>
          <a:p>
            <a:pPr lvl="1"/>
            <a:r>
              <a:rPr lang="en-US" dirty="0"/>
              <a:t>Asymmetric key usage</a:t>
            </a:r>
          </a:p>
        </p:txBody>
      </p:sp>
    </p:spTree>
    <p:extLst>
      <p:ext uri="{BB962C8B-B14F-4D97-AF65-F5344CB8AC3E}">
        <p14:creationId xmlns:p14="http://schemas.microsoft.com/office/powerpoint/2010/main" val="4781543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F62B8A-EBE9-4AC6-AA22-80E16FBF18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Flowchart - Client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51F2A0-8EC7-055D-BDBE-8602C62102E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28800" y="1452944"/>
            <a:ext cx="7315200" cy="4735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17609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3CE4F1-2AAC-3626-CB31-259C65A340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862712-0201-22A8-4998-F65F0F91B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Software Flowchart - Server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9FBA578-2AFD-8E1D-1ACD-570517BA7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553968" y="1690688"/>
            <a:ext cx="5084063" cy="4760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780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57A301-5036-48D9-9C0E-BBC531553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Explain each step of your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0B9E99-D50E-459D-AC35-4860982AC4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Provide enough information on each step to explain the technical details. </a:t>
            </a:r>
          </a:p>
          <a:p>
            <a:pPr lvl="1"/>
            <a:r>
              <a:rPr lang="en-US" dirty="0"/>
              <a:t>Tell us how you implemented the step in your project.</a:t>
            </a:r>
          </a:p>
          <a:p>
            <a:pPr lvl="1"/>
            <a:r>
              <a:rPr lang="en-US" dirty="0"/>
              <a:t>For algorithms taught in the class, you do not need to present the technical details (e.g., we know how A5/1 works, so you can skip its details).</a:t>
            </a:r>
          </a:p>
          <a:p>
            <a:r>
              <a:rPr lang="en-US" dirty="0"/>
              <a:t>Note: please tell us why you used algorithm X and not Y and Z! the reason could be related to efficiency, time/computation cost, a security flaw, etc.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CE3C81-AC1C-4CEF-985D-59E3BBED71E2}"/>
              </a:ext>
            </a:extLst>
          </p:cNvPr>
          <p:cNvSpPr txBox="1"/>
          <p:nvPr/>
        </p:nvSpPr>
        <p:spPr>
          <a:xfrm>
            <a:off x="1233995" y="5370990"/>
            <a:ext cx="114788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In your description, you can include the </a:t>
            </a:r>
            <a:r>
              <a:rPr lang="en-US" u="sng" dirty="0">
                <a:solidFill>
                  <a:srgbClr val="FF0000"/>
                </a:solidFill>
                <a:highlight>
                  <a:srgbClr val="FFFF00"/>
                </a:highlight>
              </a:rPr>
              <a:t>part of the code</a:t>
            </a:r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 responsible for the related task. </a:t>
            </a:r>
          </a:p>
        </p:txBody>
      </p:sp>
      <p:pic>
        <p:nvPicPr>
          <p:cNvPr id="3074" name="Picture 2" descr="How to explain anything to anyone: 4 steps to clearer communication |">
            <a:extLst>
              <a:ext uri="{FF2B5EF4-FFF2-40B4-BE49-F238E27FC236}">
                <a16:creationId xmlns:a16="http://schemas.microsoft.com/office/drawing/2014/main" id="{E706EA74-21E4-42FD-81B2-27F43DBAC1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087" t="13889" r="14383" b="6130"/>
          <a:stretch/>
        </p:blipFill>
        <p:spPr bwMode="auto">
          <a:xfrm>
            <a:off x="9633734" y="5529"/>
            <a:ext cx="2558266" cy="16926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38099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42E752-C335-498F-B0FD-53F021FB1C8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Your demo needs to show:</a:t>
            </a:r>
          </a:p>
          <a:p>
            <a:pPr lvl="1"/>
            <a:r>
              <a:rPr lang="en-US" dirty="0"/>
              <a:t> a quick review of your code</a:t>
            </a:r>
          </a:p>
          <a:p>
            <a:pPr lvl="1"/>
            <a:r>
              <a:rPr lang="en-US" dirty="0"/>
              <a:t> how your project works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1F974D1-E6D9-4D03-BA91-91F7DE161966}"/>
              </a:ext>
            </a:extLst>
          </p:cNvPr>
          <p:cNvSpPr txBox="1"/>
          <p:nvPr/>
        </p:nvSpPr>
        <p:spPr>
          <a:xfrm>
            <a:off x="932155" y="3710866"/>
            <a:ext cx="100051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the demo, you can record a video (maximum 3 minutes) and play the video in class OR</a:t>
            </a:r>
          </a:p>
          <a:p>
            <a:r>
              <a:rPr lang="en-US" dirty="0"/>
              <a:t>Have a live demo in class to show your code and how it works</a:t>
            </a:r>
          </a:p>
        </p:txBody>
      </p:sp>
      <p:pic>
        <p:nvPicPr>
          <p:cNvPr id="4098" name="Picture 2" descr="Product Demo Techniques: Telling Versus Selling - Proficientz">
            <a:extLst>
              <a:ext uri="{FF2B5EF4-FFF2-40B4-BE49-F238E27FC236}">
                <a16:creationId xmlns:a16="http://schemas.microsoft.com/office/drawing/2014/main" id="{D3F0E7FA-C431-44AF-A0EA-0D9B675F624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772" b="18634"/>
          <a:stretch/>
        </p:blipFill>
        <p:spPr bwMode="auto">
          <a:xfrm>
            <a:off x="503219" y="462336"/>
            <a:ext cx="2781300" cy="10582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90199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7F00B1-BCC2-4B00-9DBD-8CE6CF422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67294" y="1937267"/>
            <a:ext cx="10515600" cy="4351338"/>
          </a:xfrm>
        </p:spPr>
        <p:txBody>
          <a:bodyPr/>
          <a:lstStyle/>
          <a:p>
            <a:r>
              <a:rPr lang="en-US" dirty="0"/>
              <a:t>High-level concepts/privacy/safety measures</a:t>
            </a:r>
          </a:p>
          <a:p>
            <a:r>
              <a:rPr lang="en-US" dirty="0"/>
              <a:t>Honesty, trustworthiness, accountability, confidentiality, sustainability, </a:t>
            </a:r>
          </a:p>
          <a:p>
            <a:r>
              <a:rPr lang="en-US" dirty="0"/>
              <a:t>Can it be used for wrongdoing?</a:t>
            </a:r>
          </a:p>
          <a:p>
            <a:r>
              <a:rPr lang="en-US" dirty="0"/>
              <a:t>Will it be used out-of-scope?</a:t>
            </a:r>
          </a:p>
          <a:p>
            <a:r>
              <a:rPr lang="en-US" dirty="0"/>
              <a:t>If a part of your project uses an open-source software/function, does it address any ethical issue?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54DE91-E3F7-4E86-8795-2E5198A71BA0}"/>
              </a:ext>
            </a:extLst>
          </p:cNvPr>
          <p:cNvSpPr txBox="1"/>
          <p:nvPr/>
        </p:nvSpPr>
        <p:spPr>
          <a:xfrm>
            <a:off x="709102" y="5621759"/>
            <a:ext cx="10773792" cy="923330"/>
          </a:xfrm>
          <a:custGeom>
            <a:avLst/>
            <a:gdLst>
              <a:gd name="csX0" fmla="*/ 0 w 10773792"/>
              <a:gd name="csY0" fmla="*/ 0 h 923330"/>
              <a:gd name="csX1" fmla="*/ 814020 w 10773792"/>
              <a:gd name="csY1" fmla="*/ 0 h 923330"/>
              <a:gd name="csX2" fmla="*/ 1197088 w 10773792"/>
              <a:gd name="csY2" fmla="*/ 0 h 923330"/>
              <a:gd name="csX3" fmla="*/ 2011108 w 10773792"/>
              <a:gd name="csY3" fmla="*/ 0 h 923330"/>
              <a:gd name="csX4" fmla="*/ 2717390 w 10773792"/>
              <a:gd name="csY4" fmla="*/ 0 h 923330"/>
              <a:gd name="csX5" fmla="*/ 3100458 w 10773792"/>
              <a:gd name="csY5" fmla="*/ 0 h 923330"/>
              <a:gd name="csX6" fmla="*/ 3375788 w 10773792"/>
              <a:gd name="csY6" fmla="*/ 0 h 923330"/>
              <a:gd name="csX7" fmla="*/ 3758856 w 10773792"/>
              <a:gd name="csY7" fmla="*/ 0 h 923330"/>
              <a:gd name="csX8" fmla="*/ 4141924 w 10773792"/>
              <a:gd name="csY8" fmla="*/ 0 h 923330"/>
              <a:gd name="csX9" fmla="*/ 4848206 w 10773792"/>
              <a:gd name="csY9" fmla="*/ 0 h 923330"/>
              <a:gd name="csX10" fmla="*/ 5554488 w 10773792"/>
              <a:gd name="csY10" fmla="*/ 0 h 923330"/>
              <a:gd name="csX11" fmla="*/ 6045294 w 10773792"/>
              <a:gd name="csY11" fmla="*/ 0 h 923330"/>
              <a:gd name="csX12" fmla="*/ 6859314 w 10773792"/>
              <a:gd name="csY12" fmla="*/ 0 h 923330"/>
              <a:gd name="csX13" fmla="*/ 7242382 w 10773792"/>
              <a:gd name="csY13" fmla="*/ 0 h 923330"/>
              <a:gd name="csX14" fmla="*/ 8056402 w 10773792"/>
              <a:gd name="csY14" fmla="*/ 0 h 923330"/>
              <a:gd name="csX15" fmla="*/ 8547208 w 10773792"/>
              <a:gd name="csY15" fmla="*/ 0 h 923330"/>
              <a:gd name="csX16" fmla="*/ 9038014 w 10773792"/>
              <a:gd name="csY16" fmla="*/ 0 h 923330"/>
              <a:gd name="csX17" fmla="*/ 9528820 w 10773792"/>
              <a:gd name="csY17" fmla="*/ 0 h 923330"/>
              <a:gd name="csX18" fmla="*/ 10127364 w 10773792"/>
              <a:gd name="csY18" fmla="*/ 0 h 923330"/>
              <a:gd name="csX19" fmla="*/ 10773792 w 10773792"/>
              <a:gd name="csY19" fmla="*/ 0 h 923330"/>
              <a:gd name="csX20" fmla="*/ 10773792 w 10773792"/>
              <a:gd name="csY20" fmla="*/ 470898 h 923330"/>
              <a:gd name="csX21" fmla="*/ 10773792 w 10773792"/>
              <a:gd name="csY21" fmla="*/ 923330 h 923330"/>
              <a:gd name="csX22" fmla="*/ 9959772 w 10773792"/>
              <a:gd name="csY22" fmla="*/ 923330 h 923330"/>
              <a:gd name="csX23" fmla="*/ 9468966 w 10773792"/>
              <a:gd name="csY23" fmla="*/ 923330 h 923330"/>
              <a:gd name="csX24" fmla="*/ 8870422 w 10773792"/>
              <a:gd name="csY24" fmla="*/ 923330 h 923330"/>
              <a:gd name="csX25" fmla="*/ 8487354 w 10773792"/>
              <a:gd name="csY25" fmla="*/ 923330 h 923330"/>
              <a:gd name="csX26" fmla="*/ 7996548 w 10773792"/>
              <a:gd name="csY26" fmla="*/ 923330 h 923330"/>
              <a:gd name="csX27" fmla="*/ 7182528 w 10773792"/>
              <a:gd name="csY27" fmla="*/ 923330 h 923330"/>
              <a:gd name="csX28" fmla="*/ 6476246 w 10773792"/>
              <a:gd name="csY28" fmla="*/ 923330 h 923330"/>
              <a:gd name="csX29" fmla="*/ 5985440 w 10773792"/>
              <a:gd name="csY29" fmla="*/ 923330 h 923330"/>
              <a:gd name="csX30" fmla="*/ 5386896 w 10773792"/>
              <a:gd name="csY30" fmla="*/ 923330 h 923330"/>
              <a:gd name="csX31" fmla="*/ 5111566 w 10773792"/>
              <a:gd name="csY31" fmla="*/ 923330 h 923330"/>
              <a:gd name="csX32" fmla="*/ 4728498 w 10773792"/>
              <a:gd name="csY32" fmla="*/ 923330 h 923330"/>
              <a:gd name="csX33" fmla="*/ 3914478 w 10773792"/>
              <a:gd name="csY33" fmla="*/ 923330 h 923330"/>
              <a:gd name="csX34" fmla="*/ 3315934 w 10773792"/>
              <a:gd name="csY34" fmla="*/ 923330 h 923330"/>
              <a:gd name="csX35" fmla="*/ 2609652 w 10773792"/>
              <a:gd name="csY35" fmla="*/ 923330 h 923330"/>
              <a:gd name="csX36" fmla="*/ 2226584 w 10773792"/>
              <a:gd name="csY36" fmla="*/ 923330 h 923330"/>
              <a:gd name="csX37" fmla="*/ 1520302 w 10773792"/>
              <a:gd name="csY37" fmla="*/ 923330 h 923330"/>
              <a:gd name="csX38" fmla="*/ 1244972 w 10773792"/>
              <a:gd name="csY38" fmla="*/ 923330 h 923330"/>
              <a:gd name="csX39" fmla="*/ 969641 w 10773792"/>
              <a:gd name="csY39" fmla="*/ 923330 h 923330"/>
              <a:gd name="csX40" fmla="*/ 0 w 10773792"/>
              <a:gd name="csY40" fmla="*/ 923330 h 923330"/>
              <a:gd name="csX41" fmla="*/ 0 w 10773792"/>
              <a:gd name="csY41" fmla="*/ 480132 h 923330"/>
              <a:gd name="csX42" fmla="*/ 0 w 10773792"/>
              <a:gd name="csY42" fmla="*/ 0 h 92333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</a:cxnLst>
            <a:rect l="l" t="t" r="r" b="b"/>
            <a:pathLst>
              <a:path w="10773792" h="923330" fill="none" extrusionOk="0">
                <a:moveTo>
                  <a:pt x="0" y="0"/>
                </a:moveTo>
                <a:cubicBezTo>
                  <a:pt x="331204" y="-31000"/>
                  <a:pt x="468393" y="44963"/>
                  <a:pt x="814020" y="0"/>
                </a:cubicBezTo>
                <a:cubicBezTo>
                  <a:pt x="1159647" y="-44963"/>
                  <a:pt x="1057166" y="1231"/>
                  <a:pt x="1197088" y="0"/>
                </a:cubicBezTo>
                <a:cubicBezTo>
                  <a:pt x="1337010" y="-1231"/>
                  <a:pt x="1759301" y="14519"/>
                  <a:pt x="2011108" y="0"/>
                </a:cubicBezTo>
                <a:cubicBezTo>
                  <a:pt x="2262915" y="-14519"/>
                  <a:pt x="2540237" y="68401"/>
                  <a:pt x="2717390" y="0"/>
                </a:cubicBezTo>
                <a:cubicBezTo>
                  <a:pt x="2894543" y="-68401"/>
                  <a:pt x="2910192" y="21889"/>
                  <a:pt x="3100458" y="0"/>
                </a:cubicBezTo>
                <a:cubicBezTo>
                  <a:pt x="3290724" y="-21889"/>
                  <a:pt x="3245516" y="8864"/>
                  <a:pt x="3375788" y="0"/>
                </a:cubicBezTo>
                <a:cubicBezTo>
                  <a:pt x="3506060" y="-8864"/>
                  <a:pt x="3640097" y="18284"/>
                  <a:pt x="3758856" y="0"/>
                </a:cubicBezTo>
                <a:cubicBezTo>
                  <a:pt x="3877615" y="-18284"/>
                  <a:pt x="4055721" y="37054"/>
                  <a:pt x="4141924" y="0"/>
                </a:cubicBezTo>
                <a:cubicBezTo>
                  <a:pt x="4228127" y="-37054"/>
                  <a:pt x="4625481" y="37431"/>
                  <a:pt x="4848206" y="0"/>
                </a:cubicBezTo>
                <a:cubicBezTo>
                  <a:pt x="5070931" y="-37431"/>
                  <a:pt x="5230548" y="33642"/>
                  <a:pt x="5554488" y="0"/>
                </a:cubicBezTo>
                <a:cubicBezTo>
                  <a:pt x="5878428" y="-33642"/>
                  <a:pt x="5894055" y="20223"/>
                  <a:pt x="6045294" y="0"/>
                </a:cubicBezTo>
                <a:cubicBezTo>
                  <a:pt x="6196533" y="-20223"/>
                  <a:pt x="6642102" y="7523"/>
                  <a:pt x="6859314" y="0"/>
                </a:cubicBezTo>
                <a:cubicBezTo>
                  <a:pt x="7076526" y="-7523"/>
                  <a:pt x="7091732" y="37407"/>
                  <a:pt x="7242382" y="0"/>
                </a:cubicBezTo>
                <a:cubicBezTo>
                  <a:pt x="7393032" y="-37407"/>
                  <a:pt x="7739564" y="67740"/>
                  <a:pt x="8056402" y="0"/>
                </a:cubicBezTo>
                <a:cubicBezTo>
                  <a:pt x="8373240" y="-67740"/>
                  <a:pt x="8318880" y="13339"/>
                  <a:pt x="8547208" y="0"/>
                </a:cubicBezTo>
                <a:cubicBezTo>
                  <a:pt x="8775536" y="-13339"/>
                  <a:pt x="8870650" y="31195"/>
                  <a:pt x="9038014" y="0"/>
                </a:cubicBezTo>
                <a:cubicBezTo>
                  <a:pt x="9205378" y="-31195"/>
                  <a:pt x="9317718" y="29408"/>
                  <a:pt x="9528820" y="0"/>
                </a:cubicBezTo>
                <a:cubicBezTo>
                  <a:pt x="9739922" y="-29408"/>
                  <a:pt x="9938194" y="58574"/>
                  <a:pt x="10127364" y="0"/>
                </a:cubicBezTo>
                <a:cubicBezTo>
                  <a:pt x="10316534" y="-58574"/>
                  <a:pt x="10454995" y="57847"/>
                  <a:pt x="10773792" y="0"/>
                </a:cubicBezTo>
                <a:cubicBezTo>
                  <a:pt x="10790526" y="114169"/>
                  <a:pt x="10754957" y="284893"/>
                  <a:pt x="10773792" y="470898"/>
                </a:cubicBezTo>
                <a:cubicBezTo>
                  <a:pt x="10792627" y="656903"/>
                  <a:pt x="10756425" y="757160"/>
                  <a:pt x="10773792" y="923330"/>
                </a:cubicBezTo>
                <a:cubicBezTo>
                  <a:pt x="10423814" y="1006604"/>
                  <a:pt x="10188906" y="873390"/>
                  <a:pt x="9959772" y="923330"/>
                </a:cubicBezTo>
                <a:cubicBezTo>
                  <a:pt x="9730638" y="973270"/>
                  <a:pt x="9708638" y="902347"/>
                  <a:pt x="9468966" y="923330"/>
                </a:cubicBezTo>
                <a:cubicBezTo>
                  <a:pt x="9229294" y="944313"/>
                  <a:pt x="9138509" y="890454"/>
                  <a:pt x="8870422" y="923330"/>
                </a:cubicBezTo>
                <a:cubicBezTo>
                  <a:pt x="8602335" y="956206"/>
                  <a:pt x="8676001" y="912094"/>
                  <a:pt x="8487354" y="923330"/>
                </a:cubicBezTo>
                <a:cubicBezTo>
                  <a:pt x="8298707" y="934566"/>
                  <a:pt x="8204917" y="878626"/>
                  <a:pt x="7996548" y="923330"/>
                </a:cubicBezTo>
                <a:cubicBezTo>
                  <a:pt x="7788179" y="968034"/>
                  <a:pt x="7484808" y="872473"/>
                  <a:pt x="7182528" y="923330"/>
                </a:cubicBezTo>
                <a:cubicBezTo>
                  <a:pt x="6880248" y="974187"/>
                  <a:pt x="6639725" y="888008"/>
                  <a:pt x="6476246" y="923330"/>
                </a:cubicBezTo>
                <a:cubicBezTo>
                  <a:pt x="6312767" y="958652"/>
                  <a:pt x="6210240" y="922808"/>
                  <a:pt x="5985440" y="923330"/>
                </a:cubicBezTo>
                <a:cubicBezTo>
                  <a:pt x="5760640" y="923852"/>
                  <a:pt x="5596770" y="877575"/>
                  <a:pt x="5386896" y="923330"/>
                </a:cubicBezTo>
                <a:cubicBezTo>
                  <a:pt x="5177022" y="969085"/>
                  <a:pt x="5180598" y="892686"/>
                  <a:pt x="5111566" y="923330"/>
                </a:cubicBezTo>
                <a:cubicBezTo>
                  <a:pt x="5042534" y="953974"/>
                  <a:pt x="4809580" y="881234"/>
                  <a:pt x="4728498" y="923330"/>
                </a:cubicBezTo>
                <a:cubicBezTo>
                  <a:pt x="4647416" y="965426"/>
                  <a:pt x="4170533" y="859432"/>
                  <a:pt x="3914478" y="923330"/>
                </a:cubicBezTo>
                <a:cubicBezTo>
                  <a:pt x="3658423" y="987228"/>
                  <a:pt x="3568266" y="862944"/>
                  <a:pt x="3315934" y="923330"/>
                </a:cubicBezTo>
                <a:cubicBezTo>
                  <a:pt x="3063602" y="983716"/>
                  <a:pt x="2756844" y="872982"/>
                  <a:pt x="2609652" y="923330"/>
                </a:cubicBezTo>
                <a:cubicBezTo>
                  <a:pt x="2462460" y="973678"/>
                  <a:pt x="2415108" y="883052"/>
                  <a:pt x="2226584" y="923330"/>
                </a:cubicBezTo>
                <a:cubicBezTo>
                  <a:pt x="2038060" y="963608"/>
                  <a:pt x="1767122" y="896658"/>
                  <a:pt x="1520302" y="923330"/>
                </a:cubicBezTo>
                <a:cubicBezTo>
                  <a:pt x="1273482" y="950002"/>
                  <a:pt x="1340825" y="904088"/>
                  <a:pt x="1244972" y="923330"/>
                </a:cubicBezTo>
                <a:cubicBezTo>
                  <a:pt x="1149119" y="942572"/>
                  <a:pt x="1096146" y="922994"/>
                  <a:pt x="969641" y="923330"/>
                </a:cubicBezTo>
                <a:cubicBezTo>
                  <a:pt x="843136" y="923666"/>
                  <a:pt x="476801" y="857866"/>
                  <a:pt x="0" y="923330"/>
                </a:cubicBezTo>
                <a:cubicBezTo>
                  <a:pt x="-10931" y="797996"/>
                  <a:pt x="16006" y="672374"/>
                  <a:pt x="0" y="480132"/>
                </a:cubicBezTo>
                <a:cubicBezTo>
                  <a:pt x="-16006" y="287890"/>
                  <a:pt x="43794" y="190882"/>
                  <a:pt x="0" y="0"/>
                </a:cubicBezTo>
                <a:close/>
              </a:path>
              <a:path w="10773792" h="923330" stroke="0" extrusionOk="0">
                <a:moveTo>
                  <a:pt x="0" y="0"/>
                </a:moveTo>
                <a:cubicBezTo>
                  <a:pt x="103448" y="-31751"/>
                  <a:pt x="157217" y="23125"/>
                  <a:pt x="275330" y="0"/>
                </a:cubicBezTo>
                <a:cubicBezTo>
                  <a:pt x="393443" y="-23125"/>
                  <a:pt x="565333" y="9285"/>
                  <a:pt x="766136" y="0"/>
                </a:cubicBezTo>
                <a:cubicBezTo>
                  <a:pt x="966939" y="-9285"/>
                  <a:pt x="1268428" y="46560"/>
                  <a:pt x="1472418" y="0"/>
                </a:cubicBezTo>
                <a:cubicBezTo>
                  <a:pt x="1676408" y="-46560"/>
                  <a:pt x="1876982" y="19847"/>
                  <a:pt x="2178700" y="0"/>
                </a:cubicBezTo>
                <a:cubicBezTo>
                  <a:pt x="2480418" y="-19847"/>
                  <a:pt x="2456016" y="16922"/>
                  <a:pt x="2669506" y="0"/>
                </a:cubicBezTo>
                <a:cubicBezTo>
                  <a:pt x="2882996" y="-16922"/>
                  <a:pt x="3047933" y="35984"/>
                  <a:pt x="3160312" y="0"/>
                </a:cubicBezTo>
                <a:cubicBezTo>
                  <a:pt x="3272691" y="-35984"/>
                  <a:pt x="3417670" y="20118"/>
                  <a:pt x="3543380" y="0"/>
                </a:cubicBezTo>
                <a:cubicBezTo>
                  <a:pt x="3669090" y="-20118"/>
                  <a:pt x="3748071" y="33783"/>
                  <a:pt x="3926449" y="0"/>
                </a:cubicBezTo>
                <a:cubicBezTo>
                  <a:pt x="4104827" y="-33783"/>
                  <a:pt x="4258213" y="48706"/>
                  <a:pt x="4417255" y="0"/>
                </a:cubicBezTo>
                <a:cubicBezTo>
                  <a:pt x="4576297" y="-48706"/>
                  <a:pt x="4798070" y="53918"/>
                  <a:pt x="4908061" y="0"/>
                </a:cubicBezTo>
                <a:cubicBezTo>
                  <a:pt x="5018052" y="-53918"/>
                  <a:pt x="5123359" y="17415"/>
                  <a:pt x="5183391" y="0"/>
                </a:cubicBezTo>
                <a:cubicBezTo>
                  <a:pt x="5243423" y="-17415"/>
                  <a:pt x="5613893" y="30824"/>
                  <a:pt x="5889673" y="0"/>
                </a:cubicBezTo>
                <a:cubicBezTo>
                  <a:pt x="6165453" y="-30824"/>
                  <a:pt x="6289652" y="27030"/>
                  <a:pt x="6488217" y="0"/>
                </a:cubicBezTo>
                <a:cubicBezTo>
                  <a:pt x="6686782" y="-27030"/>
                  <a:pt x="7032596" y="11449"/>
                  <a:pt x="7302237" y="0"/>
                </a:cubicBezTo>
                <a:cubicBezTo>
                  <a:pt x="7571878" y="-11449"/>
                  <a:pt x="7650798" y="30447"/>
                  <a:pt x="7793043" y="0"/>
                </a:cubicBezTo>
                <a:cubicBezTo>
                  <a:pt x="7935288" y="-30447"/>
                  <a:pt x="8120470" y="59568"/>
                  <a:pt x="8391587" y="0"/>
                </a:cubicBezTo>
                <a:cubicBezTo>
                  <a:pt x="8662704" y="-59568"/>
                  <a:pt x="8589847" y="44467"/>
                  <a:pt x="8774655" y="0"/>
                </a:cubicBezTo>
                <a:cubicBezTo>
                  <a:pt x="8959463" y="-44467"/>
                  <a:pt x="9210735" y="66067"/>
                  <a:pt x="9480937" y="0"/>
                </a:cubicBezTo>
                <a:cubicBezTo>
                  <a:pt x="9751139" y="-66067"/>
                  <a:pt x="9750817" y="28796"/>
                  <a:pt x="9864005" y="0"/>
                </a:cubicBezTo>
                <a:cubicBezTo>
                  <a:pt x="9977193" y="-28796"/>
                  <a:pt x="10101550" y="11420"/>
                  <a:pt x="10247073" y="0"/>
                </a:cubicBezTo>
                <a:cubicBezTo>
                  <a:pt x="10392596" y="-11420"/>
                  <a:pt x="10562193" y="55837"/>
                  <a:pt x="10773792" y="0"/>
                </a:cubicBezTo>
                <a:cubicBezTo>
                  <a:pt x="10791433" y="164000"/>
                  <a:pt x="10764200" y="266275"/>
                  <a:pt x="10773792" y="433965"/>
                </a:cubicBezTo>
                <a:cubicBezTo>
                  <a:pt x="10783384" y="601655"/>
                  <a:pt x="10740459" y="784453"/>
                  <a:pt x="10773792" y="923330"/>
                </a:cubicBezTo>
                <a:cubicBezTo>
                  <a:pt x="10584706" y="935082"/>
                  <a:pt x="10499779" y="901534"/>
                  <a:pt x="10390724" y="923330"/>
                </a:cubicBezTo>
                <a:cubicBezTo>
                  <a:pt x="10281669" y="945126"/>
                  <a:pt x="10171944" y="896453"/>
                  <a:pt x="10007656" y="923330"/>
                </a:cubicBezTo>
                <a:cubicBezTo>
                  <a:pt x="9843368" y="950207"/>
                  <a:pt x="9647184" y="839239"/>
                  <a:pt x="9301374" y="923330"/>
                </a:cubicBezTo>
                <a:cubicBezTo>
                  <a:pt x="8955564" y="1007421"/>
                  <a:pt x="9143494" y="913080"/>
                  <a:pt x="9026044" y="923330"/>
                </a:cubicBezTo>
                <a:cubicBezTo>
                  <a:pt x="8908594" y="933580"/>
                  <a:pt x="8589536" y="862975"/>
                  <a:pt x="8212024" y="923330"/>
                </a:cubicBezTo>
                <a:cubicBezTo>
                  <a:pt x="7834512" y="983685"/>
                  <a:pt x="7940671" y="895736"/>
                  <a:pt x="7828956" y="923330"/>
                </a:cubicBezTo>
                <a:cubicBezTo>
                  <a:pt x="7717241" y="950924"/>
                  <a:pt x="7448692" y="907355"/>
                  <a:pt x="7230412" y="923330"/>
                </a:cubicBezTo>
                <a:cubicBezTo>
                  <a:pt x="7012132" y="939305"/>
                  <a:pt x="6970851" y="869720"/>
                  <a:pt x="6739605" y="923330"/>
                </a:cubicBezTo>
                <a:cubicBezTo>
                  <a:pt x="6508359" y="976940"/>
                  <a:pt x="6089097" y="837297"/>
                  <a:pt x="5925586" y="923330"/>
                </a:cubicBezTo>
                <a:cubicBezTo>
                  <a:pt x="5762075" y="1009363"/>
                  <a:pt x="5398364" y="913217"/>
                  <a:pt x="5219304" y="923330"/>
                </a:cubicBezTo>
                <a:cubicBezTo>
                  <a:pt x="5040244" y="933443"/>
                  <a:pt x="4971800" y="888304"/>
                  <a:pt x="4728498" y="923330"/>
                </a:cubicBezTo>
                <a:cubicBezTo>
                  <a:pt x="4485196" y="958356"/>
                  <a:pt x="4391836" y="903706"/>
                  <a:pt x="4237692" y="923330"/>
                </a:cubicBezTo>
                <a:cubicBezTo>
                  <a:pt x="4083548" y="942954"/>
                  <a:pt x="3676656" y="898012"/>
                  <a:pt x="3423672" y="923330"/>
                </a:cubicBezTo>
                <a:cubicBezTo>
                  <a:pt x="3170688" y="948648"/>
                  <a:pt x="3148514" y="918250"/>
                  <a:pt x="2932866" y="923330"/>
                </a:cubicBezTo>
                <a:cubicBezTo>
                  <a:pt x="2717218" y="928410"/>
                  <a:pt x="2683557" y="906566"/>
                  <a:pt x="2442060" y="923330"/>
                </a:cubicBezTo>
                <a:cubicBezTo>
                  <a:pt x="2200563" y="940094"/>
                  <a:pt x="1798004" y="879464"/>
                  <a:pt x="1628040" y="923330"/>
                </a:cubicBezTo>
                <a:cubicBezTo>
                  <a:pt x="1458076" y="967196"/>
                  <a:pt x="1356431" y="884056"/>
                  <a:pt x="1244972" y="923330"/>
                </a:cubicBezTo>
                <a:cubicBezTo>
                  <a:pt x="1133513" y="962604"/>
                  <a:pt x="1102307" y="903011"/>
                  <a:pt x="969641" y="923330"/>
                </a:cubicBezTo>
                <a:cubicBezTo>
                  <a:pt x="836975" y="943649"/>
                  <a:pt x="694945" y="906306"/>
                  <a:pt x="586573" y="923330"/>
                </a:cubicBezTo>
                <a:cubicBezTo>
                  <a:pt x="478201" y="940354"/>
                  <a:pt x="131219" y="875478"/>
                  <a:pt x="0" y="923330"/>
                </a:cubicBezTo>
                <a:cubicBezTo>
                  <a:pt x="-24935" y="688579"/>
                  <a:pt x="44860" y="584550"/>
                  <a:pt x="0" y="443198"/>
                </a:cubicBezTo>
                <a:cubicBezTo>
                  <a:pt x="-44860" y="301846"/>
                  <a:pt x="49082" y="190252"/>
                  <a:pt x="0" y="0"/>
                </a:cubicBezTo>
                <a:close/>
              </a:path>
            </a:pathLst>
          </a:custGeom>
          <a:ln w="38100">
            <a:extLst>
              <a:ext uri="{C807C97D-BFC1-408E-A445-0C87EB9F89A2}">
                <ask:lineSketchStyleProps xmlns:ask="http://schemas.microsoft.com/office/drawing/2018/sketchyshapes" sd="1290782439">
                  <a:prstGeom prst="rect">
                    <a:avLst/>
                  </a:prstGeom>
                  <ask:type>
                    <ask:lineSketchScribble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For any ethical issue that you want to talk about, please tell us what that ethical issue means in the concept of your project.</a:t>
            </a:r>
          </a:p>
          <a:p>
            <a:r>
              <a:rPr lang="en-US" dirty="0"/>
              <a:t>If any ethical issue is defined differently regarding the concept of your project, please tell us about it.</a:t>
            </a:r>
          </a:p>
        </p:txBody>
      </p:sp>
      <p:pic>
        <p:nvPicPr>
          <p:cNvPr id="5122" name="Picture 2" descr="Analyzing the term professional ethics — Steemit">
            <a:extLst>
              <a:ext uri="{FF2B5EF4-FFF2-40B4-BE49-F238E27FC236}">
                <a16:creationId xmlns:a16="http://schemas.microsoft.com/office/drawing/2014/main" id="{9270F0EE-803F-4C74-A5C7-974315FD25E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245" b="25173"/>
          <a:stretch/>
        </p:blipFill>
        <p:spPr bwMode="auto">
          <a:xfrm>
            <a:off x="4583691" y="129015"/>
            <a:ext cx="3024615" cy="14178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8943376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A5B4632-C963-4296-86F0-79AA9EA5A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38328" y="303591"/>
            <a:ext cx="4335327" cy="5896743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84583C-B7FD-4EF7-85EB-F116BBCB7D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637125"/>
            <a:ext cx="3802276" cy="5256371"/>
          </a:xfrm>
        </p:spPr>
        <p:txBody>
          <a:bodyPr>
            <a:normAutofit/>
          </a:bodyPr>
          <a:lstStyle/>
          <a:p>
            <a:pPr algn="ctr"/>
            <a:r>
              <a:rPr lang="en-US" sz="8000" dirty="0">
                <a:solidFill>
                  <a:schemeClr val="bg1"/>
                </a:solidFill>
                <a:latin typeface="Algerian" panose="04020705040A02060702" pitchFamily="82" charset="0"/>
              </a:rPr>
              <a:t>Note </a:t>
            </a:r>
            <a:r>
              <a:rPr lang="en-US" sz="8000" dirty="0">
                <a:solidFill>
                  <a:schemeClr val="bg1"/>
                </a:solidFill>
                <a:latin typeface="Algerian" panose="04020705040A02060702" pitchFamily="82" charset="0"/>
                <a:sym typeface="Wingdings" panose="05000000000000000000" pitchFamily="2" charset="2"/>
              </a:rPr>
              <a:t></a:t>
            </a:r>
            <a:endParaRPr lang="en-US" sz="4800" dirty="0">
              <a:solidFill>
                <a:schemeClr val="bg1"/>
              </a:solidFill>
              <a:latin typeface="Algerian" panose="04020705040A02060702" pitchFamily="82" charset="0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0EEF94E-37CA-A384-AB85-4720D6A94F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11259026"/>
              </p:ext>
            </p:extLst>
          </p:nvPr>
        </p:nvGraphicFramePr>
        <p:xfrm>
          <a:off x="5166985" y="303591"/>
          <a:ext cx="6588691" cy="58967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142554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155D282FBADC0438018B9E4A20F1794" ma:contentTypeVersion="10" ma:contentTypeDescription="Create a new document." ma:contentTypeScope="" ma:versionID="b8231125008c47c1faaa61af8993e190">
  <xsd:schema xmlns:xsd="http://www.w3.org/2001/XMLSchema" xmlns:xs="http://www.w3.org/2001/XMLSchema" xmlns:p="http://schemas.microsoft.com/office/2006/metadata/properties" xmlns:ns3="e1428c55-5cd7-46bd-9849-eef71307cfa8" targetNamespace="http://schemas.microsoft.com/office/2006/metadata/properties" ma:root="true" ma:fieldsID="c45ce93ab0f0d9348c4a414f6535c4fd" ns3:_="">
    <xsd:import namespace="e1428c55-5cd7-46bd-9849-eef71307cfa8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1428c55-5cd7-46bd-9849-eef71307cfa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F2FF713-96F6-46AA-8A68-2121576B3A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5BC01F7-A252-417F-A5A5-C3C526B8F630}">
  <ds:schemaRefs>
    <ds:schemaRef ds:uri="http://schemas.openxmlformats.org/package/2006/metadata/core-properties"/>
    <ds:schemaRef ds:uri="e1428c55-5cd7-46bd-9849-eef71307cfa8"/>
    <ds:schemaRef ds:uri="http://purl.org/dc/dcmitype/"/>
    <ds:schemaRef ds:uri="http://schemas.microsoft.com/office/2006/metadata/properties"/>
    <ds:schemaRef ds:uri="http://purl.org/dc/terms/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D90CDA43-2A7A-4FF9-81DE-512D0F137E7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e1428c55-5cd7-46bd-9849-eef71307cfa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280</TotalTime>
  <Words>430</Words>
  <Application>Microsoft Office PowerPoint</Application>
  <PresentationFormat>Widescreen</PresentationFormat>
  <Paragraphs>45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Algerian</vt:lpstr>
      <vt:lpstr>Arial</vt:lpstr>
      <vt:lpstr>Calibri</vt:lpstr>
      <vt:lpstr>Calibri Light</vt:lpstr>
      <vt:lpstr>Office Theme</vt:lpstr>
      <vt:lpstr>RSA Secured Chatroom</vt:lpstr>
      <vt:lpstr>Outline</vt:lpstr>
      <vt:lpstr>Team members tasks</vt:lpstr>
      <vt:lpstr>Overall project description</vt:lpstr>
      <vt:lpstr>Software Flowchart - Client</vt:lpstr>
      <vt:lpstr>Software Flowchart - Server</vt:lpstr>
      <vt:lpstr>Explain each step of your project</vt:lpstr>
      <vt:lpstr>PowerPoint Presentation</vt:lpstr>
      <vt:lpstr>PowerPoint Presentation</vt:lpstr>
      <vt:lpstr>Note 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Group X</dc:title>
  <dc:creator>Zabihimayvan, Mahdieh (Computer Science)</dc:creator>
  <cp:lastModifiedBy>O'Donovan Murphy II</cp:lastModifiedBy>
  <cp:revision>21</cp:revision>
  <dcterms:created xsi:type="dcterms:W3CDTF">2020-11-23T15:20:38Z</dcterms:created>
  <dcterms:modified xsi:type="dcterms:W3CDTF">2026-05-02T01:31:07Z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0x0101006155D282FBADC0438018B9E4A20F1794</vt:lpwstr>
  </property>
</Properties>
</file>